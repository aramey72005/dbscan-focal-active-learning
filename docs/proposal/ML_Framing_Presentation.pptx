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756" dt="2026-09-17T00:23:53.299"/>
    <p1510:client id="{1147C49A-4306-8A18-F528-085169BDCC9A}" v="2" dt="2026-09-17T18:50:38.357"/>
    <p1510:client id="{3A2C7194-BCF4-CB8A-02CC-A6E9F7BDA183}" v="2472" dt="2026-09-17T00:23:11.634"/>
    <p1510:client id="{762C718F-9AB2-9BB9-832D-2BA69D41348E}" v="46" dt="2026-09-17T00:09:43.420"/>
    <p1510:client id="{B0C3450A-464E-66D2-36DA-C9AEF48CC122}" v="5" dt="2026-09-16T22:04:34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ra, Nairuti" userId="S::nvora@miners.utep.edu::1de927c2-cb43-48eb-b254-7b53c11a538c" providerId="AD" clId="Web-{762C718F-9AB2-9BB9-832D-2BA69D41348E}"/>
    <pc:docChg chg="modSld">
      <pc:chgData name="Vora, Nairuti" userId="S::nvora@miners.utep.edu::1de927c2-cb43-48eb-b254-7b53c11a538c" providerId="AD" clId="Web-{762C718F-9AB2-9BB9-832D-2BA69D41348E}" dt="2026-09-17T00:09:43.013" v="39" actId="20577"/>
      <pc:docMkLst>
        <pc:docMk/>
      </pc:docMkLst>
      <pc:sldChg chg="addSp delSp modSp">
        <pc:chgData name="Vora, Nairuti" userId="S::nvora@miners.utep.edu::1de927c2-cb43-48eb-b254-7b53c11a538c" providerId="AD" clId="Web-{762C718F-9AB2-9BB9-832D-2BA69D41348E}" dt="2026-09-17T00:09:43.013" v="39" actId="20577"/>
        <pc:sldMkLst>
          <pc:docMk/>
          <pc:sldMk cId="3982051007" sldId="258"/>
        </pc:sldMkLst>
        <pc:spChg chg="del">
          <ac:chgData name="Vora, Nairuti" userId="S::nvora@miners.utep.edu::1de927c2-cb43-48eb-b254-7b53c11a538c" providerId="AD" clId="Web-{762C718F-9AB2-9BB9-832D-2BA69D41348E}" dt="2026-09-17T00:05:59.114" v="0"/>
          <ac:spMkLst>
            <pc:docMk/>
            <pc:sldMk cId="3982051007" sldId="258"/>
            <ac:spMk id="3" creationId="{3E5C0E53-46AF-71DD-BFFA-8C6DE0BED3F0}"/>
          </ac:spMkLst>
        </pc:spChg>
        <pc:spChg chg="add del mod">
          <ac:chgData name="Vora, Nairuti" userId="S::nvora@miners.utep.edu::1de927c2-cb43-48eb-b254-7b53c11a538c" providerId="AD" clId="Web-{762C718F-9AB2-9BB9-832D-2BA69D41348E}" dt="2026-09-17T00:06:40.584" v="12"/>
          <ac:spMkLst>
            <pc:docMk/>
            <pc:sldMk cId="3982051007" sldId="258"/>
            <ac:spMk id="4" creationId="{28F0071E-B521-A694-5D15-3206B74EE52C}"/>
          </ac:spMkLst>
        </pc:spChg>
        <pc:spChg chg="add del mod">
          <ac:chgData name="Vora, Nairuti" userId="S::nvora@miners.utep.edu::1de927c2-cb43-48eb-b254-7b53c11a538c" providerId="AD" clId="Web-{762C718F-9AB2-9BB9-832D-2BA69D41348E}" dt="2026-09-17T00:06:58.897" v="17"/>
          <ac:spMkLst>
            <pc:docMk/>
            <pc:sldMk cId="3982051007" sldId="258"/>
            <ac:spMk id="5" creationId="{AC2CD9E0-E272-652B-5104-1642CCAF9642}"/>
          </ac:spMkLst>
        </pc:spChg>
        <pc:spChg chg="add del">
          <ac:chgData name="Vora, Nairuti" userId="S::nvora@miners.utep.edu::1de927c2-cb43-48eb-b254-7b53c11a538c" providerId="AD" clId="Web-{762C718F-9AB2-9BB9-832D-2BA69D41348E}" dt="2026-09-17T00:07:03.538" v="19"/>
          <ac:spMkLst>
            <pc:docMk/>
            <pc:sldMk cId="3982051007" sldId="258"/>
            <ac:spMk id="6" creationId="{4016F46E-CDB9-BC68-0B2C-87D613050CD7}"/>
          </ac:spMkLst>
        </pc:spChg>
        <pc:spChg chg="add mod">
          <ac:chgData name="Vora, Nairuti" userId="S::nvora@miners.utep.edu::1de927c2-cb43-48eb-b254-7b53c11a538c" providerId="AD" clId="Web-{762C718F-9AB2-9BB9-832D-2BA69D41348E}" dt="2026-09-17T00:07:32.586" v="25" actId="1076"/>
          <ac:spMkLst>
            <pc:docMk/>
            <pc:sldMk cId="3982051007" sldId="258"/>
            <ac:spMk id="7" creationId="{AC2CD9E0-E272-652B-5104-1642CCAF9642}"/>
          </ac:spMkLst>
        </pc:spChg>
        <pc:spChg chg="add mod">
          <ac:chgData name="Vora, Nairuti" userId="S::nvora@miners.utep.edu::1de927c2-cb43-48eb-b254-7b53c11a538c" providerId="AD" clId="Web-{762C718F-9AB2-9BB9-832D-2BA69D41348E}" dt="2026-09-17T00:08:57.949" v="31" actId="20577"/>
          <ac:spMkLst>
            <pc:docMk/>
            <pc:sldMk cId="3982051007" sldId="258"/>
            <ac:spMk id="8" creationId="{39B6DEF2-5502-D7E7-17E4-CCE8512694DB}"/>
          </ac:spMkLst>
        </pc:spChg>
        <pc:spChg chg="add mod">
          <ac:chgData name="Vora, Nairuti" userId="S::nvora@miners.utep.edu::1de927c2-cb43-48eb-b254-7b53c11a538c" providerId="AD" clId="Web-{762C718F-9AB2-9BB9-832D-2BA69D41348E}" dt="2026-09-17T00:09:43.013" v="39" actId="20577"/>
          <ac:spMkLst>
            <pc:docMk/>
            <pc:sldMk cId="3982051007" sldId="258"/>
            <ac:spMk id="9" creationId="{DB9D59A4-AEC9-987A-CECF-2948E9FC1CD5}"/>
          </ac:spMkLst>
        </pc:spChg>
      </pc:sldChg>
    </pc:docChg>
  </pc:docChgLst>
  <pc:docChgLst>
    <pc:chgData name="Ronquillo, Jonus A" userId="S::jaronquillo@miners.utep.edu::d14354f5-5a9d-4e3c-a583-d14c0dc483f9" providerId="AD" clId="Web-{3A2C7194-BCF4-CB8A-02CC-A6E9F7BDA183}"/>
    <pc:docChg chg="addSld modSld sldOrd">
      <pc:chgData name="Ronquillo, Jonus A" userId="S::jaronquillo@miners.utep.edu::d14354f5-5a9d-4e3c-a583-d14c0dc483f9" providerId="AD" clId="Web-{3A2C7194-BCF4-CB8A-02CC-A6E9F7BDA183}" dt="2026-09-17T00:23:11.634" v="1994" actId="20577"/>
      <pc:docMkLst>
        <pc:docMk/>
      </pc:docMkLst>
      <pc:sldChg chg="addSp delSp modSp">
        <pc:chgData name="Ronquillo, Jonus A" userId="S::jaronquillo@miners.utep.edu::d14354f5-5a9d-4e3c-a583-d14c0dc483f9" providerId="AD" clId="Web-{3A2C7194-BCF4-CB8A-02CC-A6E9F7BDA183}" dt="2026-09-16T22:27:56.251" v="124" actId="20577"/>
        <pc:sldMkLst>
          <pc:docMk/>
          <pc:sldMk cId="109857222" sldId="256"/>
        </pc:sldMkLst>
        <pc:spChg chg="add del mod">
          <ac:chgData name="Ronquillo, Jonus A" userId="S::jaronquillo@miners.utep.edu::d14354f5-5a9d-4e3c-a583-d14c0dc483f9" providerId="AD" clId="Web-{3A2C7194-BCF4-CB8A-02CC-A6E9F7BDA183}" dt="2026-09-16T22:22:42.492" v="49"/>
          <ac:spMkLst>
            <pc:docMk/>
            <pc:sldMk cId="109857222" sldId="256"/>
            <ac:spMk id="2" creationId="{3AA7C13B-9E5A-1F3B-75E1-74B9FE165358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6T22:27:47.594" v="123" actId="20577"/>
          <ac:spMkLst>
            <pc:docMk/>
            <pc:sldMk cId="109857222" sldId="256"/>
            <ac:spMk id="3" creationId="{37537575-8C24-7C16-8E29-148CAE599421}"/>
          </ac:spMkLst>
        </pc:spChg>
        <pc:spChg chg="mod">
          <ac:chgData name="Ronquillo, Jonus A" userId="S::jaronquillo@miners.utep.edu::d14354f5-5a9d-4e3c-a583-d14c0dc483f9" providerId="AD" clId="Web-{3A2C7194-BCF4-CB8A-02CC-A6E9F7BDA183}" dt="2026-09-16T22:24:54.887" v="75" actId="1076"/>
          <ac:spMkLst>
            <pc:docMk/>
            <pc:sldMk cId="109857222" sldId="256"/>
            <ac:spMk id="26" creationId="{6D4C501D-2B68-3D5E-CB69-14C761E0BCD8}"/>
          </ac:spMkLst>
        </pc:spChg>
        <pc:spChg chg="mod">
          <ac:chgData name="Ronquillo, Jonus A" userId="S::jaronquillo@miners.utep.edu::d14354f5-5a9d-4e3c-a583-d14c0dc483f9" providerId="AD" clId="Web-{3A2C7194-BCF4-CB8A-02CC-A6E9F7BDA183}" dt="2026-09-16T22:27:56.251" v="124" actId="20577"/>
          <ac:spMkLst>
            <pc:docMk/>
            <pc:sldMk cId="109857222" sldId="256"/>
            <ac:spMk id="27" creationId="{4BC1B4AA-9334-CE79-CB23-564FE3BB4A7F}"/>
          </ac:spMkLst>
        </pc:spChg>
      </pc:sldChg>
      <pc:sldChg chg="new">
        <pc:chgData name="Ronquillo, Jonus A" userId="S::jaronquillo@miners.utep.edu::d14354f5-5a9d-4e3c-a583-d14c0dc483f9" providerId="AD" clId="Web-{3A2C7194-BCF4-CB8A-02CC-A6E9F7BDA183}" dt="2026-09-16T21:59:58.155" v="0"/>
        <pc:sldMkLst>
          <pc:docMk/>
          <pc:sldMk cId="1438372045" sldId="257"/>
        </pc:sldMkLst>
      </pc:sldChg>
      <pc:sldChg chg="new">
        <pc:chgData name="Ronquillo, Jonus A" userId="S::jaronquillo@miners.utep.edu::d14354f5-5a9d-4e3c-a583-d14c0dc483f9" providerId="AD" clId="Web-{3A2C7194-BCF4-CB8A-02CC-A6E9F7BDA183}" dt="2026-09-16T21:59:59.046" v="1"/>
        <pc:sldMkLst>
          <pc:docMk/>
          <pc:sldMk cId="3982051007" sldId="258"/>
        </pc:sldMkLst>
      </pc:sldChg>
      <pc:sldChg chg="addSp delSp modSp new ord">
        <pc:chgData name="Ronquillo, Jonus A" userId="S::jaronquillo@miners.utep.edu::d14354f5-5a9d-4e3c-a583-d14c0dc483f9" providerId="AD" clId="Web-{3A2C7194-BCF4-CB8A-02CC-A6E9F7BDA183}" dt="2026-09-17T00:23:11.634" v="1994" actId="20577"/>
        <pc:sldMkLst>
          <pc:docMk/>
          <pc:sldMk cId="4144258153" sldId="259"/>
        </pc:sldMkLst>
        <pc:spChg chg="mod">
          <ac:chgData name="Ronquillo, Jonus A" userId="S::jaronquillo@miners.utep.edu::d14354f5-5a9d-4e3c-a583-d14c0dc483f9" providerId="AD" clId="Web-{3A2C7194-BCF4-CB8A-02CC-A6E9F7BDA183}" dt="2026-09-17T00:12:46.811" v="1622" actId="20577"/>
          <ac:spMkLst>
            <pc:docMk/>
            <pc:sldMk cId="4144258153" sldId="259"/>
            <ac:spMk id="2" creationId="{558259F4-1D0A-EE7B-E3F9-CD6A74900AC6}"/>
          </ac:spMkLst>
        </pc:spChg>
        <pc:spChg chg="mod">
          <ac:chgData name="Ronquillo, Jonus A" userId="S::jaronquillo@miners.utep.edu::d14354f5-5a9d-4e3c-a583-d14c0dc483f9" providerId="AD" clId="Web-{3A2C7194-BCF4-CB8A-02CC-A6E9F7BDA183}" dt="2026-09-17T00:23:11.634" v="1994" actId="20577"/>
          <ac:spMkLst>
            <pc:docMk/>
            <pc:sldMk cId="4144258153" sldId="259"/>
            <ac:spMk id="3" creationId="{D8EABD07-41A0-EFCF-D663-6F0E43306D74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7T00:18:08.497" v="1869" actId="14100"/>
          <ac:spMkLst>
            <pc:docMk/>
            <pc:sldMk cId="4144258153" sldId="259"/>
            <ac:spMk id="5" creationId="{558BC2F8-7FD3-9AFF-11B7-981E7279FD3D}"/>
          </ac:spMkLst>
        </pc:spChg>
        <pc:spChg chg="add del mod">
          <ac:chgData name="Ronquillo, Jonus A" userId="S::jaronquillo@miners.utep.edu::d14354f5-5a9d-4e3c-a583-d14c0dc483f9" providerId="AD" clId="Web-{3A2C7194-BCF4-CB8A-02CC-A6E9F7BDA183}" dt="2026-09-17T00:15:24.302" v="1744"/>
          <ac:spMkLst>
            <pc:docMk/>
            <pc:sldMk cId="4144258153" sldId="259"/>
            <ac:spMk id="6" creationId="{C68C88A0-7862-C06D-A2DA-EDAE27F4EC38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7T00:18:43.420" v="1872" actId="14100"/>
          <ac:spMkLst>
            <pc:docMk/>
            <pc:sldMk cId="4144258153" sldId="259"/>
            <ac:spMk id="8" creationId="{CAC5DD9A-2F5D-F6DE-793E-A3F35CD96171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7T00:20:20.643" v="1955" actId="20577"/>
          <ac:spMkLst>
            <pc:docMk/>
            <pc:sldMk cId="4144258153" sldId="259"/>
            <ac:spMk id="9" creationId="{DFCD40AB-D358-96BD-17A5-CD30CAD479E8}"/>
          </ac:spMkLst>
        </pc:spChg>
      </pc:sldChg>
      <pc:sldChg chg="addSp delSp modSp new">
        <pc:chgData name="Ronquillo, Jonus A" userId="S::jaronquillo@miners.utep.edu::d14354f5-5a9d-4e3c-a583-d14c0dc483f9" providerId="AD" clId="Web-{3A2C7194-BCF4-CB8A-02CC-A6E9F7BDA183}" dt="2026-09-16T23:53:18.143" v="1617" actId="14100"/>
        <pc:sldMkLst>
          <pc:docMk/>
          <pc:sldMk cId="184684963" sldId="260"/>
        </pc:sldMkLst>
        <pc:spChg chg="mod">
          <ac:chgData name="Ronquillo, Jonus A" userId="S::jaronquillo@miners.utep.edu::d14354f5-5a9d-4e3c-a583-d14c0dc483f9" providerId="AD" clId="Web-{3A2C7194-BCF4-CB8A-02CC-A6E9F7BDA183}" dt="2026-09-16T23:25:45.206" v="1112" actId="20577"/>
          <ac:spMkLst>
            <pc:docMk/>
            <pc:sldMk cId="184684963" sldId="260"/>
            <ac:spMk id="2" creationId="{9A5D9BE9-C9A4-6268-0C55-2D6DA22883B4}"/>
          </ac:spMkLst>
        </pc:spChg>
        <pc:spChg chg="mod">
          <ac:chgData name="Ronquillo, Jonus A" userId="S::jaronquillo@miners.utep.edu::d14354f5-5a9d-4e3c-a583-d14c0dc483f9" providerId="AD" clId="Web-{3A2C7194-BCF4-CB8A-02CC-A6E9F7BDA183}" dt="2026-09-16T23:33:34.282" v="1539" actId="1076"/>
          <ac:spMkLst>
            <pc:docMk/>
            <pc:sldMk cId="184684963" sldId="260"/>
            <ac:spMk id="3" creationId="{0083B844-7025-602E-364E-4AE5C896730F}"/>
          </ac:spMkLst>
        </pc:spChg>
        <pc:spChg chg="add del mod">
          <ac:chgData name="Ronquillo, Jonus A" userId="S::jaronquillo@miners.utep.edu::d14354f5-5a9d-4e3c-a583-d14c0dc483f9" providerId="AD" clId="Web-{3A2C7194-BCF4-CB8A-02CC-A6E9F7BDA183}" dt="2026-09-16T23:26:27.176" v="1116"/>
          <ac:spMkLst>
            <pc:docMk/>
            <pc:sldMk cId="184684963" sldId="260"/>
            <ac:spMk id="1695" creationId="{30038CF6-23F4-D0B4-B587-474650B058EF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6T23:53:18.143" v="1617" actId="14100"/>
          <ac:spMkLst>
            <pc:docMk/>
            <pc:sldMk cId="184684963" sldId="260"/>
            <ac:spMk id="1717" creationId="{3CFA2392-41C7-FCD9-C69A-D0A9F7C7F766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6T23:32:59.874" v="1535" actId="1076"/>
          <ac:spMkLst>
            <pc:docMk/>
            <pc:sldMk cId="184684963" sldId="260"/>
            <ac:spMk id="1718" creationId="{BD5F1EED-DD0F-0E5E-DB1A-11877A0A7DF6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6T23:35:51.910" v="1596" actId="1076"/>
          <ac:spMkLst>
            <pc:docMk/>
            <pc:sldMk cId="184684963" sldId="260"/>
            <ac:spMk id="1719" creationId="{5511B1C8-09E5-BD7E-E373-D34F0986F28F}"/>
          </ac:spMkLst>
        </pc:spChg>
        <pc:graphicFrameChg chg="add mod modGraphic">
          <ac:chgData name="Ronquillo, Jonus A" userId="S::jaronquillo@miners.utep.edu::d14354f5-5a9d-4e3c-a583-d14c0dc483f9" providerId="AD" clId="Web-{3A2C7194-BCF4-CB8A-02CC-A6E9F7BDA183}" dt="2026-09-16T23:35:36.941" v="1595" actId="1076"/>
          <ac:graphicFrameMkLst>
            <pc:docMk/>
            <pc:sldMk cId="184684963" sldId="260"/>
            <ac:graphicFrameMk id="4" creationId="{EC21BF8B-105F-CE5B-0A2A-031513C3FC71}"/>
          </ac:graphicFrameMkLst>
        </pc:graphicFrameChg>
      </pc:sldChg>
      <pc:sldChg chg="addSp delSp modSp new">
        <pc:chgData name="Ronquillo, Jonus A" userId="S::jaronquillo@miners.utep.edu::d14354f5-5a9d-4e3c-a583-d14c0dc483f9" providerId="AD" clId="Web-{3A2C7194-BCF4-CB8A-02CC-A6E9F7BDA183}" dt="2026-09-17T00:20:47.612" v="1957" actId="20577"/>
        <pc:sldMkLst>
          <pc:docMk/>
          <pc:sldMk cId="3289216" sldId="261"/>
        </pc:sldMkLst>
        <pc:spChg chg="mod">
          <ac:chgData name="Ronquillo, Jonus A" userId="S::jaronquillo@miners.utep.edu::d14354f5-5a9d-4e3c-a583-d14c0dc483f9" providerId="AD" clId="Web-{3A2C7194-BCF4-CB8A-02CC-A6E9F7BDA183}" dt="2026-09-16T22:33:42.854" v="394" actId="1076"/>
          <ac:spMkLst>
            <pc:docMk/>
            <pc:sldMk cId="3289216" sldId="261"/>
            <ac:spMk id="2" creationId="{FC50F8D9-B97C-D06E-ACE6-CAD4092341B7}"/>
          </ac:spMkLst>
        </pc:spChg>
        <pc:spChg chg="add del">
          <ac:chgData name="Ronquillo, Jonus A" userId="S::jaronquillo@miners.utep.edu::d14354f5-5a9d-4e3c-a583-d14c0dc483f9" providerId="AD" clId="Web-{3A2C7194-BCF4-CB8A-02CC-A6E9F7BDA183}" dt="2026-09-16T22:30:44.115" v="178"/>
          <ac:spMkLst>
            <pc:docMk/>
            <pc:sldMk cId="3289216" sldId="261"/>
            <ac:spMk id="3" creationId="{23B2ECEA-0B49-CA64-D510-ACD91858D27F}"/>
          </ac:spMkLst>
        </pc:spChg>
        <pc:spChg chg="add del mod">
          <ac:chgData name="Ronquillo, Jonus A" userId="S::jaronquillo@miners.utep.edu::d14354f5-5a9d-4e3c-a583-d14c0dc483f9" providerId="AD" clId="Web-{3A2C7194-BCF4-CB8A-02CC-A6E9F7BDA183}" dt="2026-09-16T22:30:50.881" v="180"/>
          <ac:spMkLst>
            <pc:docMk/>
            <pc:sldMk cId="3289216" sldId="261"/>
            <ac:spMk id="36" creationId="{C14DCEB2-A26F-E013-B613-D4FDC0C619FF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6T22:47:48.393" v="780" actId="20577"/>
          <ac:spMkLst>
            <pc:docMk/>
            <pc:sldMk cId="3289216" sldId="261"/>
            <ac:spMk id="2376" creationId="{0A3AC8C6-6569-4932-FFB5-591CFF886FBA}"/>
          </ac:spMkLst>
        </pc:spChg>
        <pc:spChg chg="add mod">
          <ac:chgData name="Ronquillo, Jonus A" userId="S::jaronquillo@miners.utep.edu::d14354f5-5a9d-4e3c-a583-d14c0dc483f9" providerId="AD" clId="Web-{3A2C7194-BCF4-CB8A-02CC-A6E9F7BDA183}" dt="2026-09-16T22:47:55.206" v="781" actId="20577"/>
          <ac:spMkLst>
            <pc:docMk/>
            <pc:sldMk cId="3289216" sldId="261"/>
            <ac:spMk id="2385" creationId="{3EC6C65E-DED6-9333-DD7A-2FE7C2E1DF65}"/>
          </ac:spMkLst>
        </pc:spChg>
        <pc:graphicFrameChg chg="add del mod ord modGraphic">
          <ac:chgData name="Ronquillo, Jonus A" userId="S::jaronquillo@miners.utep.edu::d14354f5-5a9d-4e3c-a583-d14c0dc483f9" providerId="AD" clId="Web-{3A2C7194-BCF4-CB8A-02CC-A6E9F7BDA183}" dt="2026-09-16T22:29:29.050" v="175"/>
          <ac:graphicFrameMkLst>
            <pc:docMk/>
            <pc:sldMk cId="3289216" sldId="261"/>
            <ac:graphicFrameMk id="4" creationId="{F866EEBB-F635-3885-6191-34C9FAF9253A}"/>
          </ac:graphicFrameMkLst>
        </pc:graphicFrameChg>
        <pc:graphicFrameChg chg="add del mod ord modGraphic">
          <ac:chgData name="Ronquillo, Jonus A" userId="S::jaronquillo@miners.utep.edu::d14354f5-5a9d-4e3c-a583-d14c0dc483f9" providerId="AD" clId="Web-{3A2C7194-BCF4-CB8A-02CC-A6E9F7BDA183}" dt="2026-09-16T22:29:56.661" v="177"/>
          <ac:graphicFrameMkLst>
            <pc:docMk/>
            <pc:sldMk cId="3289216" sldId="261"/>
            <ac:graphicFrameMk id="17" creationId="{630A05EE-8A0A-8F07-BF43-476E83E0B6F6}"/>
          </ac:graphicFrameMkLst>
        </pc:graphicFrameChg>
        <pc:graphicFrameChg chg="add del mod ord modGraphic">
          <ac:chgData name="Ronquillo, Jonus A" userId="S::jaronquillo@miners.utep.edu::d14354f5-5a9d-4e3c-a583-d14c0dc483f9" providerId="AD" clId="Web-{3A2C7194-BCF4-CB8A-02CC-A6E9F7BDA183}" dt="2026-09-17T00:20:47.612" v="1957" actId="20577"/>
          <ac:graphicFrameMkLst>
            <pc:docMk/>
            <pc:sldMk cId="3289216" sldId="261"/>
            <ac:graphicFrameMk id="24" creationId="{7BAF0617-39C5-0B85-B38B-C523A8FE6EB2}"/>
          </ac:graphicFrameMkLst>
        </pc:graphicFrameChg>
        <pc:graphicFrameChg chg="add del mod modGraphic">
          <ac:chgData name="Ronquillo, Jonus A" userId="S::jaronquillo@miners.utep.edu::d14354f5-5a9d-4e3c-a583-d14c0dc483f9" providerId="AD" clId="Web-{3A2C7194-BCF4-CB8A-02CC-A6E9F7BDA183}" dt="2026-09-16T22:40:48.726" v="658"/>
          <ac:graphicFrameMkLst>
            <pc:docMk/>
            <pc:sldMk cId="3289216" sldId="261"/>
            <ac:graphicFrameMk id="2377" creationId="{79CAEF49-0AE3-61A3-3D1E-7181062936CA}"/>
          </ac:graphicFrameMkLst>
        </pc:graphicFrameChg>
      </pc:sldChg>
    </pc:docChg>
  </pc:docChgLst>
  <pc:docChgLst>
    <pc:chgData name="Vora, Nairuti" userId="S::nvora@miners.utep.edu::1de927c2-cb43-48eb-b254-7b53c11a538c" providerId="AD" clId="Web-{00000000-0000-0000-0000-000000000000}"/>
    <pc:docChg chg="modSld">
      <pc:chgData name="Vora, Nairuti" userId="S::nvora@miners.utep.edu::1de927c2-cb43-48eb-b254-7b53c11a538c" providerId="AD" clId="Web-{00000000-0000-0000-0000-000000000000}" dt="2026-09-17T00:23:52.939" v="553" actId="20577"/>
      <pc:docMkLst>
        <pc:docMk/>
      </pc:docMkLst>
      <pc:sldChg chg="addSp delSp modSp">
        <pc:chgData name="Vora, Nairuti" userId="S::nvora@miners.utep.edu::1de927c2-cb43-48eb-b254-7b53c11a538c" providerId="AD" clId="Web-{00000000-0000-0000-0000-000000000000}" dt="2026-09-16T23:28:25.348" v="527" actId="1076"/>
        <pc:sldMkLst>
          <pc:docMk/>
          <pc:sldMk cId="1438372045" sldId="257"/>
        </pc:sldMkLst>
        <pc:spChg chg="mod">
          <ac:chgData name="Vora, Nairuti" userId="S::nvora@miners.utep.edu::1de927c2-cb43-48eb-b254-7b53c11a538c" providerId="AD" clId="Web-{00000000-0000-0000-0000-000000000000}" dt="2026-09-16T23:22:59.794" v="489" actId="1076"/>
          <ac:spMkLst>
            <pc:docMk/>
            <pc:sldMk cId="1438372045" sldId="257"/>
            <ac:spMk id="2" creationId="{18B6D6A1-BD5F-7D5F-2E13-F4A061C5C40B}"/>
          </ac:spMkLst>
        </pc:spChg>
        <pc:spChg chg="del">
          <ac:chgData name="Vora, Nairuti" userId="S::nvora@miners.utep.edu::1de927c2-cb43-48eb-b254-7b53c11a538c" providerId="AD" clId="Web-{00000000-0000-0000-0000-000000000000}" dt="2026-09-16T22:53:46.784" v="12"/>
          <ac:spMkLst>
            <pc:docMk/>
            <pc:sldMk cId="1438372045" sldId="257"/>
            <ac:spMk id="3" creationId="{9D03FC1D-CCB2-70D6-C9EF-1F2D83913A4C}"/>
          </ac:spMkLst>
        </pc:spChg>
        <pc:spChg chg="add del mod">
          <ac:chgData name="Vora, Nairuti" userId="S::nvora@miners.utep.edu::1de927c2-cb43-48eb-b254-7b53c11a538c" providerId="AD" clId="Web-{00000000-0000-0000-0000-000000000000}" dt="2026-09-16T23:19:24.383" v="454"/>
          <ac:spMkLst>
            <pc:docMk/>
            <pc:sldMk cId="1438372045" sldId="257"/>
            <ac:spMk id="4" creationId="{2CA60105-E57A-73F5-09A2-C17DD456143C}"/>
          </ac:spMkLst>
        </pc:spChg>
        <pc:spChg chg="add del mod">
          <ac:chgData name="Vora, Nairuti" userId="S::nvora@miners.utep.edu::1de927c2-cb43-48eb-b254-7b53c11a538c" providerId="AD" clId="Web-{00000000-0000-0000-0000-000000000000}" dt="2026-09-16T23:16:11.097" v="274"/>
          <ac:spMkLst>
            <pc:docMk/>
            <pc:sldMk cId="1438372045" sldId="257"/>
            <ac:spMk id="5" creationId="{65EDFD7F-0C56-DF6B-0636-FBD3D62BC1A8}"/>
          </ac:spMkLst>
        </pc:spChg>
        <pc:spChg chg="add mod">
          <ac:chgData name="Vora, Nairuti" userId="S::nvora@miners.utep.edu::1de927c2-cb43-48eb-b254-7b53c11a538c" providerId="AD" clId="Web-{00000000-0000-0000-0000-000000000000}" dt="2026-09-16T23:22:54.185" v="484" actId="1076"/>
          <ac:spMkLst>
            <pc:docMk/>
            <pc:sldMk cId="1438372045" sldId="257"/>
            <ac:spMk id="6" creationId="{89321A8E-3CAF-A769-2035-1B0C2996F9FD}"/>
          </ac:spMkLst>
        </pc:spChg>
        <pc:spChg chg="add mod">
          <ac:chgData name="Vora, Nairuti" userId="S::nvora@miners.utep.edu::1de927c2-cb43-48eb-b254-7b53c11a538c" providerId="AD" clId="Web-{00000000-0000-0000-0000-000000000000}" dt="2026-09-16T23:22:54.200" v="485" actId="1076"/>
          <ac:spMkLst>
            <pc:docMk/>
            <pc:sldMk cId="1438372045" sldId="257"/>
            <ac:spMk id="7" creationId="{6BCAA3FC-3212-9783-0047-72D52F9A61AD}"/>
          </ac:spMkLst>
        </pc:spChg>
        <pc:spChg chg="add mod">
          <ac:chgData name="Vora, Nairuti" userId="S::nvora@miners.utep.edu::1de927c2-cb43-48eb-b254-7b53c11a538c" providerId="AD" clId="Web-{00000000-0000-0000-0000-000000000000}" dt="2026-09-16T23:22:54.216" v="486" actId="1076"/>
          <ac:spMkLst>
            <pc:docMk/>
            <pc:sldMk cId="1438372045" sldId="257"/>
            <ac:spMk id="8" creationId="{9B2A32D7-FEB3-1DA9-70C4-52370410CEA9}"/>
          </ac:spMkLst>
        </pc:spChg>
        <pc:spChg chg="add mod">
          <ac:chgData name="Vora, Nairuti" userId="S::nvora@miners.utep.edu::1de927c2-cb43-48eb-b254-7b53c11a538c" providerId="AD" clId="Web-{00000000-0000-0000-0000-000000000000}" dt="2026-09-16T23:22:54.232" v="487" actId="1076"/>
          <ac:spMkLst>
            <pc:docMk/>
            <pc:sldMk cId="1438372045" sldId="257"/>
            <ac:spMk id="9" creationId="{690C00D9-375F-9BA9-FBC2-7925074C3BFE}"/>
          </ac:spMkLst>
        </pc:spChg>
        <pc:spChg chg="add mod">
          <ac:chgData name="Vora, Nairuti" userId="S::nvora@miners.utep.edu::1de927c2-cb43-48eb-b254-7b53c11a538c" providerId="AD" clId="Web-{00000000-0000-0000-0000-000000000000}" dt="2026-09-16T23:27:28.394" v="512" actId="14100"/>
          <ac:spMkLst>
            <pc:docMk/>
            <pc:sldMk cId="1438372045" sldId="257"/>
            <ac:spMk id="10" creationId="{F68269BA-3048-7892-38B5-073FA56DDE4E}"/>
          </ac:spMkLst>
        </pc:spChg>
        <pc:spChg chg="add del">
          <ac:chgData name="Vora, Nairuti" userId="S::nvora@miners.utep.edu::1de927c2-cb43-48eb-b254-7b53c11a538c" providerId="AD" clId="Web-{00000000-0000-0000-0000-000000000000}" dt="2026-09-16T23:27:37.722" v="514"/>
          <ac:spMkLst>
            <pc:docMk/>
            <pc:sldMk cId="1438372045" sldId="257"/>
            <ac:spMk id="14" creationId="{0DC9121F-747A-83A8-8085-86A62B464879}"/>
          </ac:spMkLst>
        </pc:spChg>
        <pc:spChg chg="add mod">
          <ac:chgData name="Vora, Nairuti" userId="S::nvora@miners.utep.edu::1de927c2-cb43-48eb-b254-7b53c11a538c" providerId="AD" clId="Web-{00000000-0000-0000-0000-000000000000}" dt="2026-09-16T23:28:07.129" v="523" actId="20577"/>
          <ac:spMkLst>
            <pc:docMk/>
            <pc:sldMk cId="1438372045" sldId="257"/>
            <ac:spMk id="15" creationId="{D3F0883D-52A1-3C07-129F-1A69C18C9E83}"/>
          </ac:spMkLst>
        </pc:spChg>
        <pc:spChg chg="add del">
          <ac:chgData name="Vora, Nairuti" userId="S::nvora@miners.utep.edu::1de927c2-cb43-48eb-b254-7b53c11a538c" providerId="AD" clId="Web-{00000000-0000-0000-0000-000000000000}" dt="2026-09-16T23:28:22.958" v="525"/>
          <ac:spMkLst>
            <pc:docMk/>
            <pc:sldMk cId="1438372045" sldId="257"/>
            <ac:spMk id="16" creationId="{71E33D87-C4D3-C632-5D4E-BC3CD7093517}"/>
          </ac:spMkLst>
        </pc:spChg>
        <pc:spChg chg="add mod">
          <ac:chgData name="Vora, Nairuti" userId="S::nvora@miners.utep.edu::1de927c2-cb43-48eb-b254-7b53c11a538c" providerId="AD" clId="Web-{00000000-0000-0000-0000-000000000000}" dt="2026-09-16T23:28:25.348" v="527" actId="1076"/>
          <ac:spMkLst>
            <pc:docMk/>
            <pc:sldMk cId="1438372045" sldId="257"/>
            <ac:spMk id="17" creationId="{C6CA6FB4-DCE1-8F1B-AE6C-4C2412E2B461}"/>
          </ac:spMkLst>
        </pc:spChg>
        <pc:picChg chg="add del mod">
          <ac:chgData name="Vora, Nairuti" userId="S::nvora@miners.utep.edu::1de927c2-cb43-48eb-b254-7b53c11a538c" providerId="AD" clId="Web-{00000000-0000-0000-0000-000000000000}" dt="2026-09-16T23:26:20.049" v="511"/>
          <ac:picMkLst>
            <pc:docMk/>
            <pc:sldMk cId="1438372045" sldId="257"/>
            <ac:picMk id="11" creationId="{215C6C0D-9331-EFDD-2F1C-151C712EC1A5}"/>
          </ac:picMkLst>
        </pc:picChg>
        <pc:picChg chg="add del mod">
          <ac:chgData name="Vora, Nairuti" userId="S::nvora@miners.utep.edu::1de927c2-cb43-48eb-b254-7b53c11a538c" providerId="AD" clId="Web-{00000000-0000-0000-0000-000000000000}" dt="2026-09-16T23:24:28.312" v="498"/>
          <ac:picMkLst>
            <pc:docMk/>
            <pc:sldMk cId="1438372045" sldId="257"/>
            <ac:picMk id="12" creationId="{5D53F922-96F4-A973-BA89-CF31CC46FDF1}"/>
          </ac:picMkLst>
        </pc:picChg>
        <pc:picChg chg="add del mod">
          <ac:chgData name="Vora, Nairuti" userId="S::nvora@miners.utep.edu::1de927c2-cb43-48eb-b254-7b53c11a538c" providerId="AD" clId="Web-{00000000-0000-0000-0000-000000000000}" dt="2026-09-16T23:26:12.408" v="509"/>
          <ac:picMkLst>
            <pc:docMk/>
            <pc:sldMk cId="1438372045" sldId="257"/>
            <ac:picMk id="13" creationId="{B7C21B32-6A43-15FC-EA89-12A1E80874D5}"/>
          </ac:picMkLst>
        </pc:picChg>
      </pc:sldChg>
      <pc:sldChg chg="addSp modSp">
        <pc:chgData name="Vora, Nairuti" userId="S::nvora@miners.utep.edu::1de927c2-cb43-48eb-b254-7b53c11a538c" providerId="AD" clId="Web-{00000000-0000-0000-0000-000000000000}" dt="2026-09-17T00:23:52.939" v="553" actId="20577"/>
        <pc:sldMkLst>
          <pc:docMk/>
          <pc:sldMk cId="3982051007" sldId="258"/>
        </pc:sldMkLst>
        <pc:spChg chg="mod">
          <ac:chgData name="Vora, Nairuti" userId="S::nvora@miners.utep.edu::1de927c2-cb43-48eb-b254-7b53c11a538c" providerId="AD" clId="Web-{00000000-0000-0000-0000-000000000000}" dt="2026-09-16T23:25:46.017" v="506" actId="20577"/>
          <ac:spMkLst>
            <pc:docMk/>
            <pc:sldMk cId="3982051007" sldId="258"/>
            <ac:spMk id="2" creationId="{33078EED-3392-6878-F520-9C4CA23986BA}"/>
          </ac:spMkLst>
        </pc:spChg>
        <pc:spChg chg="add mod">
          <ac:chgData name="Vora, Nairuti" userId="S::nvora@miners.utep.edu::1de927c2-cb43-48eb-b254-7b53c11a538c" providerId="AD" clId="Web-{00000000-0000-0000-0000-000000000000}" dt="2026-09-17T00:22:47.498" v="543" actId="1076"/>
          <ac:spMkLst>
            <pc:docMk/>
            <pc:sldMk cId="3982051007" sldId="258"/>
            <ac:spMk id="4" creationId="{3D387301-B473-2C2D-7BB2-1998C067602A}"/>
          </ac:spMkLst>
        </pc:spChg>
        <pc:spChg chg="add mod">
          <ac:chgData name="Vora, Nairuti" userId="S::nvora@miners.utep.edu::1de927c2-cb43-48eb-b254-7b53c11a538c" providerId="AD" clId="Web-{00000000-0000-0000-0000-000000000000}" dt="2026-09-17T00:23:03.608" v="550"/>
          <ac:spMkLst>
            <pc:docMk/>
            <pc:sldMk cId="3982051007" sldId="258"/>
            <ac:spMk id="5" creationId="{F636AC04-04AD-A9F3-52A8-F494ECDAD384}"/>
          </ac:spMkLst>
        </pc:spChg>
        <pc:spChg chg="mod">
          <ac:chgData name="Vora, Nairuti" userId="S::nvora@miners.utep.edu::1de927c2-cb43-48eb-b254-7b53c11a538c" providerId="AD" clId="Web-{00000000-0000-0000-0000-000000000000}" dt="2026-09-17T00:23:52.939" v="553" actId="20577"/>
          <ac:spMkLst>
            <pc:docMk/>
            <pc:sldMk cId="3982051007" sldId="258"/>
            <ac:spMk id="7" creationId="{AC2CD9E0-E272-652B-5104-1642CCAF9642}"/>
          </ac:spMkLst>
        </pc:spChg>
        <pc:picChg chg="add mod">
          <ac:chgData name="Vora, Nairuti" userId="S::nvora@miners.utep.edu::1de927c2-cb43-48eb-b254-7b53c11a538c" providerId="AD" clId="Web-{00000000-0000-0000-0000-000000000000}" dt="2026-09-17T00:20:58.118" v="534" actId="14100"/>
          <ac:picMkLst>
            <pc:docMk/>
            <pc:sldMk cId="3982051007" sldId="258"/>
            <ac:picMk id="3" creationId="{76E15D15-E7CD-BA15-660F-68BF30FB5206}"/>
          </ac:picMkLst>
        </pc:picChg>
      </pc:sldChg>
    </pc:docChg>
  </pc:docChgLst>
  <pc:docChgLst>
    <pc:chgData name="Vora, Nairuti" userId="S::nvora@miners.utep.edu::1de927c2-cb43-48eb-b254-7b53c11a538c" providerId="AD" clId="Web-{B0C3450A-464E-66D2-36DA-C9AEF48CC122}"/>
    <pc:docChg chg="mod modSld addMainMaster delMainMaster">
      <pc:chgData name="Vora, Nairuti" userId="S::nvora@miners.utep.edu::1de927c2-cb43-48eb-b254-7b53c11a538c" providerId="AD" clId="Web-{B0C3450A-464E-66D2-36DA-C9AEF48CC122}" dt="2026-09-16T22:04:34.911" v="7"/>
      <pc:docMkLst>
        <pc:docMk/>
      </pc:docMkLst>
      <pc:sldChg chg="addSp delSp modSp mod setBg modClrScheme delDesignElem chgLayout">
        <pc:chgData name="Vora, Nairuti" userId="S::nvora@miners.utep.edu::1de927c2-cb43-48eb-b254-7b53c11a538c" providerId="AD" clId="Web-{B0C3450A-464E-66D2-36DA-C9AEF48CC122}" dt="2026-09-16T22:04:34.911" v="7"/>
        <pc:sldMkLst>
          <pc:docMk/>
          <pc:sldMk cId="109857222" sldId="256"/>
        </pc:sldMkLst>
        <pc:spChg chg="add del mod ord">
          <ac:chgData name="Vora, Nairuti" userId="S::nvora@miners.utep.edu::1de927c2-cb43-48eb-b254-7b53c11a538c" providerId="AD" clId="Web-{B0C3450A-464E-66D2-36DA-C9AEF48CC122}" dt="2026-09-16T22:04:34.911" v="7"/>
          <ac:spMkLst>
            <pc:docMk/>
            <pc:sldMk cId="109857222" sldId="256"/>
            <ac:spMk id="2" creationId="{00000000-0000-0000-0000-000000000000}"/>
          </ac:spMkLst>
        </pc:spChg>
        <pc:spChg chg="add del mod ord">
          <ac:chgData name="Vora, Nairuti" userId="S::nvora@miners.utep.edu::1de927c2-cb43-48eb-b254-7b53c11a538c" providerId="AD" clId="Web-{B0C3450A-464E-66D2-36DA-C9AEF48CC122}" dt="2026-09-16T22:04:34.911" v="7"/>
          <ac:spMkLst>
            <pc:docMk/>
            <pc:sldMk cId="109857222" sldId="256"/>
            <ac:spMk id="3" creationId="{00000000-0000-0000-0000-000000000000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2.927" v="4"/>
          <ac:spMkLst>
            <pc:docMk/>
            <pc:sldMk cId="109857222" sldId="256"/>
            <ac:spMk id="5" creationId="{A0F503EF-2250-5388-25DB-D6E990CB585A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2.927" v="4"/>
          <ac:spMkLst>
            <pc:docMk/>
            <pc:sldMk cId="109857222" sldId="256"/>
            <ac:spMk id="6" creationId="{91987042-42BD-5BC7-3092-C02D6D844122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2.927" v="4"/>
          <ac:spMkLst>
            <pc:docMk/>
            <pc:sldMk cId="109857222" sldId="256"/>
            <ac:spMk id="7" creationId="{6DCDB2A9-87E5-4940-ECF6-CDDDABFA27C1}"/>
          </ac:spMkLst>
        </pc:spChg>
        <pc:spChg chg="add del">
          <ac:chgData name="Vora, Nairuti" userId="S::nvora@miners.utep.edu::1de927c2-cb43-48eb-b254-7b53c11a538c" providerId="AD" clId="Web-{B0C3450A-464E-66D2-36DA-C9AEF48CC122}" dt="2026-09-16T22:04:07.661" v="1"/>
          <ac:spMkLst>
            <pc:docMk/>
            <pc:sldMk cId="109857222" sldId="256"/>
            <ac:spMk id="8" creationId="{5A292AEA-2528-46C0-B426-95822B6141FB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2.927" v="4"/>
          <ac:spMkLst>
            <pc:docMk/>
            <pc:sldMk cId="109857222" sldId="256"/>
            <ac:spMk id="9" creationId="{7135888D-1177-5515-EEA3-7BC029B17B39}"/>
          </ac:spMkLst>
        </pc:spChg>
        <pc:spChg chg="add del">
          <ac:chgData name="Vora, Nairuti" userId="S::nvora@miners.utep.edu::1de927c2-cb43-48eb-b254-7b53c11a538c" providerId="AD" clId="Web-{B0C3450A-464E-66D2-36DA-C9AEF48CC122}" dt="2026-09-16T22:04:07.661" v="1"/>
          <ac:spMkLst>
            <pc:docMk/>
            <pc:sldMk cId="109857222" sldId="256"/>
            <ac:spMk id="10" creationId="{D8B7B198-E4DF-43CD-AD8C-199884323745}"/>
          </ac:spMkLst>
        </pc:spChg>
        <pc:spChg chg="add del">
          <ac:chgData name="Vora, Nairuti" userId="S::nvora@miners.utep.edu::1de927c2-cb43-48eb-b254-7b53c11a538c" providerId="AD" clId="Web-{B0C3450A-464E-66D2-36DA-C9AEF48CC122}" dt="2026-09-16T22:04:07.661" v="1"/>
          <ac:spMkLst>
            <pc:docMk/>
            <pc:sldMk cId="109857222" sldId="256"/>
            <ac:spMk id="12" creationId="{2BE67753-EA0E-4819-8D22-0B6600CF7231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2.927" v="4"/>
          <ac:spMkLst>
            <pc:docMk/>
            <pc:sldMk cId="109857222" sldId="256"/>
            <ac:spMk id="16" creationId="{B7DE7AFC-CC15-C6BA-5F54-E04B0BC9F6DA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2.927" v="4"/>
          <ac:spMkLst>
            <pc:docMk/>
            <pc:sldMk cId="109857222" sldId="256"/>
            <ac:spMk id="18" creationId="{F6ADCB30-A583-135A-DFC7-36E5F7C8C360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4.911" v="6"/>
          <ac:spMkLst>
            <pc:docMk/>
            <pc:sldMk cId="109857222" sldId="256"/>
            <ac:spMk id="20" creationId="{6D5B1FB6-8CA8-D2F4-87BA-293D29C7E671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4.911" v="6"/>
          <ac:spMkLst>
            <pc:docMk/>
            <pc:sldMk cId="109857222" sldId="256"/>
            <ac:spMk id="21" creationId="{708DA127-A007-5614-06A9-FDFDA3467B96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4.911" v="6"/>
          <ac:spMkLst>
            <pc:docMk/>
            <pc:sldMk cId="109857222" sldId="256"/>
            <ac:spMk id="22" creationId="{6F87994B-E643-634B-6189-9B28F4C86158}"/>
          </ac:spMkLst>
        </pc:spChg>
        <pc:spChg chg="add del mod">
          <ac:chgData name="Vora, Nairuti" userId="S::nvora@miners.utep.edu::1de927c2-cb43-48eb-b254-7b53c11a538c" providerId="AD" clId="Web-{B0C3450A-464E-66D2-36DA-C9AEF48CC122}" dt="2026-09-16T22:04:34.911" v="6"/>
          <ac:spMkLst>
            <pc:docMk/>
            <pc:sldMk cId="109857222" sldId="256"/>
            <ac:spMk id="24" creationId="{517444EF-1CE8-FF0A-4309-5F8EA39323DA}"/>
          </ac:spMkLst>
        </pc:spChg>
        <pc:spChg chg="add mod">
          <ac:chgData name="Vora, Nairuti" userId="S::nvora@miners.utep.edu::1de927c2-cb43-48eb-b254-7b53c11a538c" providerId="AD" clId="Web-{B0C3450A-464E-66D2-36DA-C9AEF48CC122}" dt="2026-09-16T22:04:34.911" v="7"/>
          <ac:spMkLst>
            <pc:docMk/>
            <pc:sldMk cId="109857222" sldId="256"/>
            <ac:spMk id="26" creationId="{6D4C501D-2B68-3D5E-CB69-14C761E0BCD8}"/>
          </ac:spMkLst>
        </pc:spChg>
        <pc:spChg chg="add mod">
          <ac:chgData name="Vora, Nairuti" userId="S::nvora@miners.utep.edu::1de927c2-cb43-48eb-b254-7b53c11a538c" providerId="AD" clId="Web-{B0C3450A-464E-66D2-36DA-C9AEF48CC122}" dt="2026-09-16T22:04:34.911" v="7"/>
          <ac:spMkLst>
            <pc:docMk/>
            <pc:sldMk cId="109857222" sldId="256"/>
            <ac:spMk id="27" creationId="{4BC1B4AA-9334-CE79-CB23-564FE3BB4A7F}"/>
          </ac:spMkLst>
        </pc:spChg>
        <pc:spChg chg="add mod">
          <ac:chgData name="Vora, Nairuti" userId="S::nvora@miners.utep.edu::1de927c2-cb43-48eb-b254-7b53c11a538c" providerId="AD" clId="Web-{B0C3450A-464E-66D2-36DA-C9AEF48CC122}" dt="2026-09-16T22:04:34.911" v="7"/>
          <ac:spMkLst>
            <pc:docMk/>
            <pc:sldMk cId="109857222" sldId="256"/>
            <ac:spMk id="28" creationId="{A079485E-CE15-06CB-6883-2914F0584A7C}"/>
          </ac:spMkLst>
        </pc:spChg>
        <pc:spChg chg="add mod">
          <ac:chgData name="Vora, Nairuti" userId="S::nvora@miners.utep.edu::1de927c2-cb43-48eb-b254-7b53c11a538c" providerId="AD" clId="Web-{B0C3450A-464E-66D2-36DA-C9AEF48CC122}" dt="2026-09-16T22:04:34.911" v="7"/>
          <ac:spMkLst>
            <pc:docMk/>
            <pc:sldMk cId="109857222" sldId="256"/>
            <ac:spMk id="30" creationId="{4C334BBA-C857-7E8B-03AA-6E04282239B5}"/>
          </ac:spMkLst>
        </pc:spChg>
        <pc:spChg chg="add mod">
          <ac:chgData name="Vora, Nairuti" userId="S::nvora@miners.utep.edu::1de927c2-cb43-48eb-b254-7b53c11a538c" providerId="AD" clId="Web-{B0C3450A-464E-66D2-36DA-C9AEF48CC122}" dt="2026-09-16T22:04:34.911" v="7"/>
          <ac:spMkLst>
            <pc:docMk/>
            <pc:sldMk cId="109857222" sldId="256"/>
            <ac:spMk id="31" creationId="{68C22BEA-A847-8F10-1017-A1CC7525AC7D}"/>
          </ac:spMkLst>
        </pc:spChg>
        <pc:grpChg chg="add del">
          <ac:chgData name="Vora, Nairuti" userId="S::nvora@miners.utep.edu::1de927c2-cb43-48eb-b254-7b53c11a538c" providerId="AD" clId="Web-{B0C3450A-464E-66D2-36DA-C9AEF48CC122}" dt="2026-09-16T22:04:07.661" v="1"/>
          <ac:grpSpMkLst>
            <pc:docMk/>
            <pc:sldMk cId="109857222" sldId="256"/>
            <ac:grpSpMk id="14" creationId="{D76D63AC-0421-45EC-B383-E79A61A78C6B}"/>
          </ac:grpSpMkLst>
        </pc:grpChg>
        <pc:grpChg chg="add del">
          <ac:chgData name="Vora, Nairuti" userId="S::nvora@miners.utep.edu::1de927c2-cb43-48eb-b254-7b53c11a538c" providerId="AD" clId="Web-{B0C3450A-464E-66D2-36DA-C9AEF48CC122}" dt="2026-09-16T22:04:07.661" v="1"/>
          <ac:grpSpMkLst>
            <pc:docMk/>
            <pc:sldMk cId="109857222" sldId="256"/>
            <ac:grpSpMk id="23" creationId="{87F87F1B-42BA-4AC7-A4E2-41544DDB2CE3}"/>
          </ac:grpSpMkLst>
        </pc:grpChg>
        <pc:grpChg chg="add del">
          <ac:chgData name="Vora, Nairuti" userId="S::nvora@miners.utep.edu::1de927c2-cb43-48eb-b254-7b53c11a538c" providerId="AD" clId="Web-{B0C3450A-464E-66D2-36DA-C9AEF48CC122}" dt="2026-09-16T22:04:07.661" v="1"/>
          <ac:grpSpMkLst>
            <pc:docMk/>
            <pc:sldMk cId="109857222" sldId="256"/>
            <ac:grpSpMk id="29" creationId="{967346A5-7569-4F15-AB5D-BE3DADF192C0}"/>
          </ac:grpSpMkLst>
        </pc:grpChg>
      </pc:sldChg>
      <pc:sldChg chg="modSp mod modClrScheme chgLayout">
        <pc:chgData name="Vora, Nairuti" userId="S::nvora@miners.utep.edu::1de927c2-cb43-48eb-b254-7b53c11a538c" providerId="AD" clId="Web-{B0C3450A-464E-66D2-36DA-C9AEF48CC122}" dt="2026-09-16T22:04:13.286" v="2"/>
        <pc:sldMkLst>
          <pc:docMk/>
          <pc:sldMk cId="1438372045" sldId="257"/>
        </pc:sldMkLst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1438372045" sldId="257"/>
            <ac:spMk id="2" creationId="{18B6D6A1-BD5F-7D5F-2E13-F4A061C5C40B}"/>
          </ac:spMkLst>
        </pc:spChg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1438372045" sldId="257"/>
            <ac:spMk id="3" creationId="{9D03FC1D-CCB2-70D6-C9EF-1F2D83913A4C}"/>
          </ac:spMkLst>
        </pc:spChg>
      </pc:sldChg>
      <pc:sldChg chg="modSp mod modClrScheme chgLayout">
        <pc:chgData name="Vora, Nairuti" userId="S::nvora@miners.utep.edu::1de927c2-cb43-48eb-b254-7b53c11a538c" providerId="AD" clId="Web-{B0C3450A-464E-66D2-36DA-C9AEF48CC122}" dt="2026-09-16T22:04:13.286" v="2"/>
        <pc:sldMkLst>
          <pc:docMk/>
          <pc:sldMk cId="3982051007" sldId="258"/>
        </pc:sldMkLst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3982051007" sldId="258"/>
            <ac:spMk id="2" creationId="{33078EED-3392-6878-F520-9C4CA23986BA}"/>
          </ac:spMkLst>
        </pc:spChg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3982051007" sldId="258"/>
            <ac:spMk id="3" creationId="{3E5C0E53-46AF-71DD-BFFA-8C6DE0BED3F0}"/>
          </ac:spMkLst>
        </pc:spChg>
      </pc:sldChg>
      <pc:sldChg chg="modSp mod modClrScheme chgLayout">
        <pc:chgData name="Vora, Nairuti" userId="S::nvora@miners.utep.edu::1de927c2-cb43-48eb-b254-7b53c11a538c" providerId="AD" clId="Web-{B0C3450A-464E-66D2-36DA-C9AEF48CC122}" dt="2026-09-16T22:04:13.286" v="2"/>
        <pc:sldMkLst>
          <pc:docMk/>
          <pc:sldMk cId="4144258153" sldId="259"/>
        </pc:sldMkLst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4144258153" sldId="259"/>
            <ac:spMk id="2" creationId="{558259F4-1D0A-EE7B-E3F9-CD6A74900AC6}"/>
          </ac:spMkLst>
        </pc:spChg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4144258153" sldId="259"/>
            <ac:spMk id="3" creationId="{D8EABD07-41A0-EFCF-D663-6F0E43306D74}"/>
          </ac:spMkLst>
        </pc:spChg>
      </pc:sldChg>
      <pc:sldChg chg="modSp mod modClrScheme chgLayout">
        <pc:chgData name="Vora, Nairuti" userId="S::nvora@miners.utep.edu::1de927c2-cb43-48eb-b254-7b53c11a538c" providerId="AD" clId="Web-{B0C3450A-464E-66D2-36DA-C9AEF48CC122}" dt="2026-09-16T22:04:13.286" v="2"/>
        <pc:sldMkLst>
          <pc:docMk/>
          <pc:sldMk cId="184684963" sldId="260"/>
        </pc:sldMkLst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184684963" sldId="260"/>
            <ac:spMk id="2" creationId="{9A5D9BE9-C9A4-6268-0C55-2D6DA22883B4}"/>
          </ac:spMkLst>
        </pc:spChg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184684963" sldId="260"/>
            <ac:spMk id="3" creationId="{0083B844-7025-602E-364E-4AE5C896730F}"/>
          </ac:spMkLst>
        </pc:spChg>
      </pc:sldChg>
      <pc:sldChg chg="modSp mod modClrScheme chgLayout">
        <pc:chgData name="Vora, Nairuti" userId="S::nvora@miners.utep.edu::1de927c2-cb43-48eb-b254-7b53c11a538c" providerId="AD" clId="Web-{B0C3450A-464E-66D2-36DA-C9AEF48CC122}" dt="2026-09-16T22:04:13.286" v="2"/>
        <pc:sldMkLst>
          <pc:docMk/>
          <pc:sldMk cId="3289216" sldId="261"/>
        </pc:sldMkLst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3289216" sldId="261"/>
            <ac:spMk id="2" creationId="{FC50F8D9-B97C-D06E-ACE6-CAD4092341B7}"/>
          </ac:spMkLst>
        </pc:spChg>
        <pc:spChg chg="mod ord">
          <ac:chgData name="Vora, Nairuti" userId="S::nvora@miners.utep.edu::1de927c2-cb43-48eb-b254-7b53c11a538c" providerId="AD" clId="Web-{B0C3450A-464E-66D2-36DA-C9AEF48CC122}" dt="2026-09-16T22:04:13.286" v="2"/>
          <ac:spMkLst>
            <pc:docMk/>
            <pc:sldMk cId="3289216" sldId="261"/>
            <ac:spMk id="3" creationId="{23B2ECEA-0B49-CA64-D510-ACD91858D27F}"/>
          </ac:spMkLst>
        </pc:spChg>
      </pc:sldChg>
      <pc:sldMasterChg chg="del delSldLayout">
        <pc:chgData name="Vora, Nairuti" userId="S::nvora@miners.utep.edu::1de927c2-cb43-48eb-b254-7b53c11a538c" providerId="AD" clId="Web-{B0C3450A-464E-66D2-36DA-C9AEF48CC122}" dt="2026-09-16T22:04:07.661" v="1"/>
        <pc:sldMasterMkLst>
          <pc:docMk/>
          <pc:sldMasterMk cId="2460954070" sldId="2147483660"/>
        </pc:sldMasterMkLst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Vora, Nairuti" userId="S::nvora@miners.utep.edu::1de927c2-cb43-48eb-b254-7b53c11a538c" providerId="AD" clId="Web-{B0C3450A-464E-66D2-36DA-C9AEF48CC122}" dt="2026-09-16T22:04:07.661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Vora, Nairuti" userId="S::nvora@miners.utep.edu::1de927c2-cb43-48eb-b254-7b53c11a538c" providerId="AD" clId="Web-{B0C3450A-464E-66D2-36DA-C9AEF48CC122}" dt="2026-09-16T22:04:13.286" v="2"/>
        <pc:sldMasterMkLst>
          <pc:docMk/>
          <pc:sldMasterMk cId="1910709784" sldId="2147483672"/>
        </pc:sldMasterMkLst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4167322440" sldId="2147483673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3392916276" sldId="2147483674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285100707" sldId="2147483675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513681340" sldId="2147483676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711560407" sldId="2147483677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1970901252" sldId="2147483678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1554855438" sldId="2147483679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508633741" sldId="2147483680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3704724136" sldId="2147483681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4057126536" sldId="2147483682"/>
          </pc:sldLayoutMkLst>
        </pc:sldLayoutChg>
        <pc:sldLayoutChg chg="add del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1910709784" sldId="2147483672"/>
            <pc:sldLayoutMk cId="2412656722" sldId="2147483683"/>
          </pc:sldLayoutMkLst>
        </pc:sldLayoutChg>
      </pc:sldMasterChg>
      <pc:sldMasterChg chg="add addSldLayout modSldLayout">
        <pc:chgData name="Vora, Nairuti" userId="S::nvora@miners.utep.edu::1de927c2-cb43-48eb-b254-7b53c11a538c" providerId="AD" clId="Web-{B0C3450A-464E-66D2-36DA-C9AEF48CC122}" dt="2026-09-16T22:04:13.286" v="2"/>
        <pc:sldMasterMkLst>
          <pc:docMk/>
          <pc:sldMasterMk cId="3425157536" sldId="2147483684"/>
        </pc:sldMasterMkLst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214955056" sldId="2147483685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3453126485" sldId="2147483686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975108948" sldId="2147483687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423485539" sldId="2147483688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005838756" sldId="2147483689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78261194" sldId="2147483690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682069471" sldId="2147483691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4073352651" sldId="2147483692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007878296" sldId="2147483693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32525826" sldId="2147483694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174273075" sldId="2147483695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479078948" sldId="2147483696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3227140080" sldId="2147483697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4272566646" sldId="2147483698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316136028" sldId="2147483699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733129303" sldId="2147483700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3672539029" sldId="2147483701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837669144" sldId="2147483702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071372130" sldId="2147483703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713040499" sldId="2147483704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414297691" sldId="2147483705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3179255477" sldId="2147483706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90532603" sldId="2147483707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3892365049" sldId="2147483708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3239783333" sldId="2147483709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1696653153" sldId="2147483710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4232102248" sldId="2147483711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2258157116" sldId="2147483712"/>
          </pc:sldLayoutMkLst>
        </pc:sldLayoutChg>
        <pc:sldLayoutChg chg="add mod replId">
          <pc:chgData name="Vora, Nairuti" userId="S::nvora@miners.utep.edu::1de927c2-cb43-48eb-b254-7b53c11a538c" providerId="AD" clId="Web-{B0C3450A-464E-66D2-36DA-C9AEF48CC122}" dt="2026-09-16T22:04:13.286" v="2"/>
          <pc:sldLayoutMkLst>
            <pc:docMk/>
            <pc:sldMasterMk cId="3425157536" sldId="2147483684"/>
            <pc:sldLayoutMk cId="702126919" sldId="2147483713"/>
          </pc:sldLayoutMkLst>
        </pc:sldLayoutChg>
      </pc:sldMasterChg>
    </pc:docChg>
  </pc:docChgLst>
  <pc:docChgLst>
    <pc:chgData name="Ronquillo, Jonus A" userId="S::jaronquillo@miners.utep.edu::d14354f5-5a9d-4e3c-a583-d14c0dc483f9" providerId="AD" clId="Web-{1147C49A-4306-8A18-F528-085169BDCC9A}"/>
    <pc:docChg chg="modSld">
      <pc:chgData name="Ronquillo, Jonus A" userId="S::jaronquillo@miners.utep.edu::d14354f5-5a9d-4e3c-a583-d14c0dc483f9" providerId="AD" clId="Web-{1147C49A-4306-8A18-F528-085169BDCC9A}" dt="2026-09-17T18:50:38.357" v="1" actId="20577"/>
      <pc:docMkLst>
        <pc:docMk/>
      </pc:docMkLst>
      <pc:sldChg chg="modSp">
        <pc:chgData name="Ronquillo, Jonus A" userId="S::jaronquillo@miners.utep.edu::d14354f5-5a9d-4e3c-a583-d14c0dc483f9" providerId="AD" clId="Web-{1147C49A-4306-8A18-F528-085169BDCC9A}" dt="2026-09-17T18:50:38.357" v="1" actId="20577"/>
        <pc:sldMkLst>
          <pc:docMk/>
          <pc:sldMk cId="1438372045" sldId="257"/>
        </pc:sldMkLst>
        <pc:spChg chg="mod">
          <ac:chgData name="Ronquillo, Jonus A" userId="S::jaronquillo@miners.utep.edu::d14354f5-5a9d-4e3c-a583-d14c0dc483f9" providerId="AD" clId="Web-{1147C49A-4306-8A18-F528-085169BDCC9A}" dt="2026-09-17T18:50:38.357" v="1" actId="20577"/>
          <ac:spMkLst>
            <pc:docMk/>
            <pc:sldMk cId="1438372045" sldId="257"/>
            <ac:spMk id="2" creationId="{18B6D6A1-BD5F-7D5F-2E13-F4A061C5C40B}"/>
          </ac:spMkLst>
        </pc:spChg>
      </pc:sldChg>
    </pc:docChg>
  </pc:docChgLst>
  <pc:docChgLst>
    <pc:chgData name="Ronquillo, Jonus A" userId="d14354f5-5a9d-4e3c-a583-d14c0dc483f9" providerId="ADAL" clId="{CD73FB03-E684-40E2-8E07-64DEC703F99A}"/>
    <pc:docChg chg="custSel mod modSld">
      <pc:chgData name="Ronquillo, Jonus A" userId="d14354f5-5a9d-4e3c-a583-d14c0dc483f9" providerId="ADAL" clId="{CD73FB03-E684-40E2-8E07-64DEC703F99A}" dt="2026-09-17T03:08:11.007" v="5" actId="33524"/>
      <pc:docMkLst>
        <pc:docMk/>
      </pc:docMkLst>
      <pc:sldChg chg="modSp mod">
        <pc:chgData name="Ronquillo, Jonus A" userId="d14354f5-5a9d-4e3c-a583-d14c0dc483f9" providerId="ADAL" clId="{CD73FB03-E684-40E2-8E07-64DEC703F99A}" dt="2026-09-17T03:06:15.515" v="2" actId="33524"/>
        <pc:sldMkLst>
          <pc:docMk/>
          <pc:sldMk cId="1438372045" sldId="257"/>
        </pc:sldMkLst>
        <pc:spChg chg="mod">
          <ac:chgData name="Ronquillo, Jonus A" userId="d14354f5-5a9d-4e3c-a583-d14c0dc483f9" providerId="ADAL" clId="{CD73FB03-E684-40E2-8E07-64DEC703F99A}" dt="2026-09-17T03:06:15.515" v="2" actId="33524"/>
          <ac:spMkLst>
            <pc:docMk/>
            <pc:sldMk cId="1438372045" sldId="257"/>
            <ac:spMk id="8" creationId="{9B2A32D7-FEB3-1DA9-70C4-52370410CEA9}"/>
          </ac:spMkLst>
        </pc:spChg>
      </pc:sldChg>
      <pc:sldChg chg="modSp mod">
        <pc:chgData name="Ronquillo, Jonus A" userId="d14354f5-5a9d-4e3c-a583-d14c0dc483f9" providerId="ADAL" clId="{CD73FB03-E684-40E2-8E07-64DEC703F99A}" dt="2026-09-17T03:05:29.605" v="0" actId="33524"/>
        <pc:sldMkLst>
          <pc:docMk/>
          <pc:sldMk cId="4144258153" sldId="259"/>
        </pc:sldMkLst>
        <pc:spChg chg="mod">
          <ac:chgData name="Ronquillo, Jonus A" userId="d14354f5-5a9d-4e3c-a583-d14c0dc483f9" providerId="ADAL" clId="{CD73FB03-E684-40E2-8E07-64DEC703F99A}" dt="2026-09-17T03:05:29.605" v="0" actId="33524"/>
          <ac:spMkLst>
            <pc:docMk/>
            <pc:sldMk cId="4144258153" sldId="259"/>
            <ac:spMk id="8" creationId="{CAC5DD9A-2F5D-F6DE-793E-A3F35CD96171}"/>
          </ac:spMkLst>
        </pc:spChg>
      </pc:sldChg>
      <pc:sldChg chg="modSp mod">
        <pc:chgData name="Ronquillo, Jonus A" userId="d14354f5-5a9d-4e3c-a583-d14c0dc483f9" providerId="ADAL" clId="{CD73FB03-E684-40E2-8E07-64DEC703F99A}" dt="2026-09-17T03:08:11.007" v="5" actId="33524"/>
        <pc:sldMkLst>
          <pc:docMk/>
          <pc:sldMk cId="184684963" sldId="260"/>
        </pc:sldMkLst>
        <pc:spChg chg="mod">
          <ac:chgData name="Ronquillo, Jonus A" userId="d14354f5-5a9d-4e3c-a583-d14c0dc483f9" providerId="ADAL" clId="{CD73FB03-E684-40E2-8E07-64DEC703F99A}" dt="2026-09-17T03:08:07.483" v="4" actId="20577"/>
          <ac:spMkLst>
            <pc:docMk/>
            <pc:sldMk cId="184684963" sldId="260"/>
            <ac:spMk id="1718" creationId="{BD5F1EED-DD0F-0E5E-DB1A-11877A0A7DF6}"/>
          </ac:spMkLst>
        </pc:spChg>
        <pc:spChg chg="mod">
          <ac:chgData name="Ronquillo, Jonus A" userId="d14354f5-5a9d-4e3c-a583-d14c0dc483f9" providerId="ADAL" clId="{CD73FB03-E684-40E2-8E07-64DEC703F99A}" dt="2026-09-17T03:08:11.007" v="5" actId="33524"/>
          <ac:spMkLst>
            <pc:docMk/>
            <pc:sldMk cId="184684963" sldId="260"/>
            <ac:spMk id="1719" creationId="{5511B1C8-09E5-BD7E-E373-D34F0986F28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AF235F-2952-465D-BFA0-62E28C0EB34B}" type="doc">
      <dgm:prSet loTypeId="urn:microsoft.com/office/officeart/2005/8/layout/process1" loCatId="process" qsTypeId="urn:microsoft.com/office/officeart/2005/8/quickstyle/simple1#1" qsCatId="simple" csTypeId="urn:microsoft.com/office/officeart/2005/8/colors/colorful4#1" csCatId="colorful" phldr="1"/>
      <dgm:spPr/>
    </dgm:pt>
    <dgm:pt modelId="{2F5E1394-3CF5-4270-8A07-087AE27E721D}">
      <dgm:prSet phldrT="[Text]" phldr="0"/>
      <dgm:spPr/>
      <dgm:t>
        <a:bodyPr/>
        <a:lstStyle/>
        <a:p>
          <a:pPr rtl="0"/>
          <a:r>
            <a:rPr lang="en-US" b="1">
              <a:latin typeface="Arial Nova Light"/>
            </a:rPr>
            <a:t>Training pool</a:t>
          </a:r>
          <a:endParaRPr lang="en-US" b="1"/>
        </a:p>
      </dgm:t>
    </dgm:pt>
    <dgm:pt modelId="{57AA9389-154D-46A8-8515-76D7324C337D}" type="parTrans" cxnId="{4CF78AFA-4346-47C7-B1CE-F9B1B1799DF8}">
      <dgm:prSet/>
      <dgm:spPr/>
      <dgm:t>
        <a:bodyPr/>
        <a:lstStyle/>
        <a:p>
          <a:endParaRPr lang="en-US"/>
        </a:p>
      </dgm:t>
    </dgm:pt>
    <dgm:pt modelId="{D7B65C8E-04C6-4E7A-ACE9-88B80F549746}" type="sibTrans" cxnId="{4CF78AFA-4346-47C7-B1CE-F9B1B1799DF8}">
      <dgm:prSet/>
      <dgm:spPr/>
      <dgm:t>
        <a:bodyPr/>
        <a:lstStyle/>
        <a:p>
          <a:endParaRPr lang="en-US"/>
        </a:p>
      </dgm:t>
    </dgm:pt>
    <dgm:pt modelId="{FD2F97E4-AF57-4E33-A381-C59B4448EFC0}">
      <dgm:prSet phldrT="[Text]" phldr="0" custT="1"/>
      <dgm:spPr/>
      <dgm:t>
        <a:bodyPr/>
        <a:lstStyle/>
        <a:p>
          <a:r>
            <a:rPr lang="en-US" sz="1800" b="1">
              <a:solidFill>
                <a:srgbClr val="FFC000"/>
              </a:solidFill>
              <a:latin typeface="Arial Nova Light"/>
            </a:rPr>
            <a:t>Clustering</a:t>
          </a:r>
          <a:endParaRPr lang="en-US" sz="1800" b="1">
            <a:solidFill>
              <a:srgbClr val="FFC000"/>
            </a:solidFill>
          </a:endParaRPr>
        </a:p>
      </dgm:t>
    </dgm:pt>
    <dgm:pt modelId="{2E5C892A-E61B-46B0-8387-0C77C4D2A063}" type="parTrans" cxnId="{79AED181-AB14-402D-B376-997B82A64331}">
      <dgm:prSet/>
      <dgm:spPr/>
      <dgm:t>
        <a:bodyPr/>
        <a:lstStyle/>
        <a:p>
          <a:endParaRPr lang="en-US"/>
        </a:p>
      </dgm:t>
    </dgm:pt>
    <dgm:pt modelId="{743D66AA-EFD1-4EFF-BF29-C857221ABB54}" type="sibTrans" cxnId="{79AED181-AB14-402D-B376-997B82A64331}">
      <dgm:prSet/>
      <dgm:spPr/>
      <dgm:t>
        <a:bodyPr/>
        <a:lstStyle/>
        <a:p>
          <a:endParaRPr lang="en-US"/>
        </a:p>
      </dgm:t>
    </dgm:pt>
    <dgm:pt modelId="{70971E18-77EA-4353-BE97-6CE6FAECAB78}">
      <dgm:prSet phldrT="[Text]" phldr="0"/>
      <dgm:spPr/>
      <dgm:t>
        <a:bodyPr/>
        <a:lstStyle/>
        <a:p>
          <a:pPr rtl="0"/>
          <a:r>
            <a:rPr lang="en-US" b="1">
              <a:latin typeface="Arial Nova Light"/>
            </a:rPr>
            <a:t>Representative foci</a:t>
          </a:r>
          <a:endParaRPr lang="en-US" b="1"/>
        </a:p>
      </dgm:t>
    </dgm:pt>
    <dgm:pt modelId="{B2FEC948-E9C7-44BB-B4DE-4A6C552C2974}" type="parTrans" cxnId="{ED34417C-FDF4-4F2E-B8CB-8DBA566E544B}">
      <dgm:prSet/>
      <dgm:spPr/>
      <dgm:t>
        <a:bodyPr/>
        <a:lstStyle/>
        <a:p>
          <a:endParaRPr lang="en-US"/>
        </a:p>
      </dgm:t>
    </dgm:pt>
    <dgm:pt modelId="{004D2C15-6F13-4F8B-9BCB-EC209FE57C6E}" type="sibTrans" cxnId="{ED34417C-FDF4-4F2E-B8CB-8DBA566E544B}">
      <dgm:prSet/>
      <dgm:spPr/>
      <dgm:t>
        <a:bodyPr/>
        <a:lstStyle/>
        <a:p>
          <a:endParaRPr lang="en-US"/>
        </a:p>
      </dgm:t>
    </dgm:pt>
    <dgm:pt modelId="{050B8FFC-252D-4B4F-B43D-8886A2D121DE}">
      <dgm:prSet phldrT="[Text]" phldr="0"/>
      <dgm:spPr/>
      <dgm:t>
        <a:bodyPr/>
        <a:lstStyle/>
        <a:p>
          <a:pPr rtl="0"/>
          <a:r>
            <a:rPr lang="en-US" b="1">
              <a:latin typeface="Arial Nova Light"/>
            </a:rPr>
            <a:t>Fixed classifier</a:t>
          </a:r>
        </a:p>
      </dgm:t>
    </dgm:pt>
    <dgm:pt modelId="{6372D873-F527-45D2-BE79-C8032AE08D87}" type="parTrans" cxnId="{DB33BA41-0891-4037-B11D-9CAE07ED60D4}">
      <dgm:prSet/>
      <dgm:spPr/>
      <dgm:t>
        <a:bodyPr/>
        <a:lstStyle/>
        <a:p>
          <a:endParaRPr lang="en-US"/>
        </a:p>
      </dgm:t>
    </dgm:pt>
    <dgm:pt modelId="{E55DCD76-BBA1-4B2C-A59F-79B9A940F9AB}" type="sibTrans" cxnId="{DB33BA41-0891-4037-B11D-9CAE07ED60D4}">
      <dgm:prSet/>
      <dgm:spPr/>
      <dgm:t>
        <a:bodyPr/>
        <a:lstStyle/>
        <a:p>
          <a:endParaRPr lang="en-US"/>
        </a:p>
      </dgm:t>
    </dgm:pt>
    <dgm:pt modelId="{B0049C10-1881-4281-A8A0-CC9A1C2EFBF8}">
      <dgm:prSet phldrT="[Text]" phldr="0"/>
      <dgm:spPr/>
      <dgm:t>
        <a:bodyPr/>
        <a:lstStyle/>
        <a:p>
          <a:r>
            <a:rPr lang="en-US" b="1">
              <a:latin typeface="Arial Nova Light"/>
            </a:rPr>
            <a:t>Prediction</a:t>
          </a:r>
        </a:p>
      </dgm:t>
    </dgm:pt>
    <dgm:pt modelId="{3354A381-39EA-44DB-806D-5F12062BA412}" type="parTrans" cxnId="{D0C32457-5AFC-49D5-AFDD-54CEB52CC824}">
      <dgm:prSet/>
      <dgm:spPr/>
      <dgm:t>
        <a:bodyPr/>
        <a:lstStyle/>
        <a:p>
          <a:endParaRPr lang="en-US"/>
        </a:p>
      </dgm:t>
    </dgm:pt>
    <dgm:pt modelId="{3F74A6AA-FFBD-4E27-9995-FE989DFD9E78}" type="sibTrans" cxnId="{D0C32457-5AFC-49D5-AFDD-54CEB52CC824}">
      <dgm:prSet/>
      <dgm:spPr/>
      <dgm:t>
        <a:bodyPr/>
        <a:lstStyle/>
        <a:p>
          <a:endParaRPr lang="en-US"/>
        </a:p>
      </dgm:t>
    </dgm:pt>
    <dgm:pt modelId="{6AF1A794-AB44-4E6D-B606-C1097236989C}">
      <dgm:prSet phldrT="[Text]" phldr="0"/>
      <dgm:spPr/>
      <dgm:t>
        <a:bodyPr/>
        <a:lstStyle/>
        <a:p>
          <a:pPr rtl="0"/>
          <a:r>
            <a:rPr lang="en-US" sz="1400">
              <a:latin typeface="Arial Nova Light"/>
            </a:rPr>
            <a:t>Clean and standardize</a:t>
          </a:r>
        </a:p>
      </dgm:t>
    </dgm:pt>
    <dgm:pt modelId="{EA939C83-C604-4A35-8F40-13D66A24F7B1}" type="parTrans" cxnId="{D2DA36B7-9168-4F90-A163-3D43DC53F11E}">
      <dgm:prSet/>
      <dgm:spPr/>
      <dgm:t>
        <a:bodyPr/>
        <a:lstStyle/>
        <a:p>
          <a:endParaRPr lang="en-US"/>
        </a:p>
      </dgm:t>
    </dgm:pt>
    <dgm:pt modelId="{6D9A931F-3BFD-43DD-AC4A-87521E056740}" type="sibTrans" cxnId="{D2DA36B7-9168-4F90-A163-3D43DC53F11E}">
      <dgm:prSet/>
      <dgm:spPr/>
      <dgm:t>
        <a:bodyPr/>
        <a:lstStyle/>
        <a:p>
          <a:endParaRPr lang="en-US"/>
        </a:p>
      </dgm:t>
    </dgm:pt>
    <dgm:pt modelId="{4E6F45A0-4B3F-4962-9889-9083E54F64AE}">
      <dgm:prSet phldrT="[Text]" phldr="0" custT="1"/>
      <dgm:spPr/>
      <dgm:t>
        <a:bodyPr/>
        <a:lstStyle/>
        <a:p>
          <a:pPr rtl="0"/>
          <a:r>
            <a:rPr lang="en-US" sz="1400" b="1">
              <a:solidFill>
                <a:srgbClr val="FFC000"/>
              </a:solidFill>
              <a:latin typeface="Arial Nova Light"/>
            </a:rPr>
            <a:t>K-means or DBSCAN (</a:t>
          </a:r>
          <a:r>
            <a:rPr lang="en-US" sz="1100" b="1" i="1">
              <a:solidFill>
                <a:srgbClr val="FFC000"/>
              </a:solidFill>
              <a:latin typeface="Arial Nova Light"/>
            </a:rPr>
            <a:t>Only the focal clustering method changes</a:t>
          </a:r>
          <a:r>
            <a:rPr lang="en-US" sz="1400" b="1">
              <a:solidFill>
                <a:srgbClr val="FFC000"/>
              </a:solidFill>
              <a:latin typeface="Arial Nova Light"/>
            </a:rPr>
            <a:t>)</a:t>
          </a:r>
        </a:p>
      </dgm:t>
    </dgm:pt>
    <dgm:pt modelId="{5C310508-CFBC-4060-96E7-0F954F169423}" type="parTrans" cxnId="{21B34F9E-88DE-47CA-977F-AA762FC93B92}">
      <dgm:prSet/>
      <dgm:spPr/>
      <dgm:t>
        <a:bodyPr/>
        <a:lstStyle/>
        <a:p>
          <a:endParaRPr lang="en-US"/>
        </a:p>
      </dgm:t>
    </dgm:pt>
    <dgm:pt modelId="{5859164E-A2BB-4738-AA23-DAEA3E944523}" type="sibTrans" cxnId="{21B34F9E-88DE-47CA-977F-AA762FC93B92}">
      <dgm:prSet/>
      <dgm:spPr/>
      <dgm:t>
        <a:bodyPr/>
        <a:lstStyle/>
        <a:p>
          <a:endParaRPr lang="en-US"/>
        </a:p>
      </dgm:t>
    </dgm:pt>
    <dgm:pt modelId="{209C475E-3DB3-45A8-9E12-9B7ACDB3197F}">
      <dgm:prSet phldrT="[Text]" phldr="0"/>
      <dgm:spPr/>
      <dgm:t>
        <a:bodyPr/>
        <a:lstStyle/>
        <a:p>
          <a:pPr rtl="0"/>
          <a:r>
            <a:rPr lang="en-US" sz="1400">
              <a:latin typeface="Arial Nova Light"/>
            </a:rPr>
            <a:t>Select informative points</a:t>
          </a:r>
        </a:p>
      </dgm:t>
    </dgm:pt>
    <dgm:pt modelId="{8C8AA320-E0C7-48E3-87D7-DF69F5F4830F}" type="parTrans" cxnId="{9F30A3B8-86B8-42DD-83E2-BA6C712EE56E}">
      <dgm:prSet/>
      <dgm:spPr/>
      <dgm:t>
        <a:bodyPr/>
        <a:lstStyle/>
        <a:p>
          <a:endParaRPr lang="en-US"/>
        </a:p>
      </dgm:t>
    </dgm:pt>
    <dgm:pt modelId="{24C57132-9C8E-42D6-99B6-FBC7BBA69393}" type="sibTrans" cxnId="{9F30A3B8-86B8-42DD-83E2-BA6C712EE56E}">
      <dgm:prSet/>
      <dgm:spPr/>
      <dgm:t>
        <a:bodyPr/>
        <a:lstStyle/>
        <a:p>
          <a:endParaRPr lang="en-US"/>
        </a:p>
      </dgm:t>
    </dgm:pt>
    <dgm:pt modelId="{B9684769-EC34-4AD5-988B-F131A15786E0}">
      <dgm:prSet phldrT="[Text]" phldr="0"/>
      <dgm:spPr/>
      <dgm:t>
        <a:bodyPr/>
        <a:lstStyle/>
        <a:p>
          <a:pPr rtl="0"/>
          <a:r>
            <a:rPr lang="en-US" sz="1400">
              <a:latin typeface="Arial Nova Light"/>
            </a:rPr>
            <a:t>Same model and settings</a:t>
          </a:r>
        </a:p>
      </dgm:t>
    </dgm:pt>
    <dgm:pt modelId="{4004119D-A66C-4D7E-96F7-6CB9683D1175}" type="parTrans" cxnId="{832D057B-5030-450B-8343-349D9A7DBEC4}">
      <dgm:prSet/>
      <dgm:spPr/>
      <dgm:t>
        <a:bodyPr/>
        <a:lstStyle/>
        <a:p>
          <a:endParaRPr lang="en-US"/>
        </a:p>
      </dgm:t>
    </dgm:pt>
    <dgm:pt modelId="{7DD42495-095A-4832-B28E-E395FF247A9D}" type="sibTrans" cxnId="{832D057B-5030-450B-8343-349D9A7DBEC4}">
      <dgm:prSet/>
      <dgm:spPr/>
      <dgm:t>
        <a:bodyPr/>
        <a:lstStyle/>
        <a:p>
          <a:endParaRPr lang="en-US"/>
        </a:p>
      </dgm:t>
    </dgm:pt>
    <dgm:pt modelId="{B62EBA61-9DC5-4533-A68E-B557E1970C96}">
      <dgm:prSet phldrT="[Text]" phldr="0"/>
      <dgm:spPr/>
      <dgm:t>
        <a:bodyPr/>
        <a:lstStyle/>
        <a:p>
          <a:pPr rtl="0"/>
          <a:r>
            <a:rPr lang="en-US" sz="1400">
              <a:latin typeface="Arial Nova Light"/>
            </a:rPr>
            <a:t>Diabetes: 0 or 1</a:t>
          </a:r>
        </a:p>
      </dgm:t>
    </dgm:pt>
    <dgm:pt modelId="{509B63DE-1B64-47D5-91FE-99B65CE362D9}" type="parTrans" cxnId="{167953D2-F7F1-41CB-9073-7BAEBFCEC939}">
      <dgm:prSet/>
      <dgm:spPr/>
      <dgm:t>
        <a:bodyPr/>
        <a:lstStyle/>
        <a:p>
          <a:endParaRPr lang="en-US"/>
        </a:p>
      </dgm:t>
    </dgm:pt>
    <dgm:pt modelId="{4DA9BA51-4D27-435E-AA2A-5D427D96A6E4}" type="sibTrans" cxnId="{167953D2-F7F1-41CB-9073-7BAEBFCEC939}">
      <dgm:prSet/>
      <dgm:spPr/>
      <dgm:t>
        <a:bodyPr/>
        <a:lstStyle/>
        <a:p>
          <a:endParaRPr lang="en-US"/>
        </a:p>
      </dgm:t>
    </dgm:pt>
    <dgm:pt modelId="{54A90B7D-0E2B-494E-A23B-98813C7B68C7}" type="pres">
      <dgm:prSet presAssocID="{48AF235F-2952-465D-BFA0-62E28C0EB34B}" presName="Name0" presStyleCnt="0">
        <dgm:presLayoutVars>
          <dgm:dir/>
          <dgm:resizeHandles val="exact"/>
        </dgm:presLayoutVars>
      </dgm:prSet>
      <dgm:spPr/>
    </dgm:pt>
    <dgm:pt modelId="{FA23B2ED-E1B2-4483-992E-9AD2CE261C27}" type="pres">
      <dgm:prSet presAssocID="{2F5E1394-3CF5-4270-8A07-087AE27E721D}" presName="node" presStyleLbl="node1" presStyleIdx="0" presStyleCnt="5">
        <dgm:presLayoutVars>
          <dgm:bulletEnabled val="1"/>
        </dgm:presLayoutVars>
      </dgm:prSet>
      <dgm:spPr/>
    </dgm:pt>
    <dgm:pt modelId="{EC527321-424A-45FF-9843-12988FA9D73F}" type="pres">
      <dgm:prSet presAssocID="{D7B65C8E-04C6-4E7A-ACE9-88B80F549746}" presName="sibTrans" presStyleLbl="sibTrans2D1" presStyleIdx="0" presStyleCnt="4"/>
      <dgm:spPr/>
    </dgm:pt>
    <dgm:pt modelId="{E74FAA3B-D166-4480-B6CE-256389B69798}" type="pres">
      <dgm:prSet presAssocID="{D7B65C8E-04C6-4E7A-ACE9-88B80F549746}" presName="connectorText" presStyleLbl="sibTrans2D1" presStyleIdx="0" presStyleCnt="4"/>
      <dgm:spPr/>
    </dgm:pt>
    <dgm:pt modelId="{193A681F-213F-42E9-9E0F-1A53DFA90CD9}" type="pres">
      <dgm:prSet presAssocID="{FD2F97E4-AF57-4E33-A381-C59B4448EFC0}" presName="node" presStyleLbl="node1" presStyleIdx="1" presStyleCnt="5">
        <dgm:presLayoutVars>
          <dgm:bulletEnabled val="1"/>
        </dgm:presLayoutVars>
      </dgm:prSet>
      <dgm:spPr/>
    </dgm:pt>
    <dgm:pt modelId="{D382AA78-2192-4ADC-AFC5-FAD171A21D07}" type="pres">
      <dgm:prSet presAssocID="{743D66AA-EFD1-4EFF-BF29-C857221ABB54}" presName="sibTrans" presStyleLbl="sibTrans2D1" presStyleIdx="1" presStyleCnt="4"/>
      <dgm:spPr/>
    </dgm:pt>
    <dgm:pt modelId="{C01375E8-50C6-4703-A7FD-8B0B45F7114E}" type="pres">
      <dgm:prSet presAssocID="{743D66AA-EFD1-4EFF-BF29-C857221ABB54}" presName="connectorText" presStyleLbl="sibTrans2D1" presStyleIdx="1" presStyleCnt="4"/>
      <dgm:spPr/>
    </dgm:pt>
    <dgm:pt modelId="{71BB8FD9-94B1-4381-9ADE-496FFA415C84}" type="pres">
      <dgm:prSet presAssocID="{70971E18-77EA-4353-BE97-6CE6FAECAB78}" presName="node" presStyleLbl="node1" presStyleIdx="2" presStyleCnt="5">
        <dgm:presLayoutVars>
          <dgm:bulletEnabled val="1"/>
        </dgm:presLayoutVars>
      </dgm:prSet>
      <dgm:spPr/>
    </dgm:pt>
    <dgm:pt modelId="{7F3E23EB-2039-4CD4-A181-FE5CEF202FD5}" type="pres">
      <dgm:prSet presAssocID="{004D2C15-6F13-4F8B-9BCB-EC209FE57C6E}" presName="sibTrans" presStyleLbl="sibTrans2D1" presStyleIdx="2" presStyleCnt="4"/>
      <dgm:spPr/>
    </dgm:pt>
    <dgm:pt modelId="{EE868854-D79A-47FB-9865-39D4723AA9D2}" type="pres">
      <dgm:prSet presAssocID="{004D2C15-6F13-4F8B-9BCB-EC209FE57C6E}" presName="connectorText" presStyleLbl="sibTrans2D1" presStyleIdx="2" presStyleCnt="4"/>
      <dgm:spPr/>
    </dgm:pt>
    <dgm:pt modelId="{5D54793E-2E43-431F-8055-21B9F6D16A97}" type="pres">
      <dgm:prSet presAssocID="{050B8FFC-252D-4B4F-B43D-8886A2D121DE}" presName="node" presStyleLbl="node1" presStyleIdx="3" presStyleCnt="5">
        <dgm:presLayoutVars>
          <dgm:bulletEnabled val="1"/>
        </dgm:presLayoutVars>
      </dgm:prSet>
      <dgm:spPr/>
    </dgm:pt>
    <dgm:pt modelId="{7F9A32F2-1317-4011-B36A-B834CECFAF95}" type="pres">
      <dgm:prSet presAssocID="{E55DCD76-BBA1-4B2C-A59F-79B9A940F9AB}" presName="sibTrans" presStyleLbl="sibTrans2D1" presStyleIdx="3" presStyleCnt="4"/>
      <dgm:spPr/>
    </dgm:pt>
    <dgm:pt modelId="{BD441798-5B78-474C-955F-44A361841F85}" type="pres">
      <dgm:prSet presAssocID="{E55DCD76-BBA1-4B2C-A59F-79B9A940F9AB}" presName="connectorText" presStyleLbl="sibTrans2D1" presStyleIdx="3" presStyleCnt="4"/>
      <dgm:spPr/>
    </dgm:pt>
    <dgm:pt modelId="{7FBD0FE0-DACA-4EEF-89AE-FFE7000A5E4D}" type="pres">
      <dgm:prSet presAssocID="{B0049C10-1881-4281-A8A0-CC9A1C2EFBF8}" presName="node" presStyleLbl="node1" presStyleIdx="4" presStyleCnt="5">
        <dgm:presLayoutVars>
          <dgm:bulletEnabled val="1"/>
        </dgm:presLayoutVars>
      </dgm:prSet>
      <dgm:spPr/>
    </dgm:pt>
  </dgm:ptLst>
  <dgm:cxnLst>
    <dgm:cxn modelId="{DE20F009-662F-49B6-BB74-08956A01F699}" type="presOf" srcId="{4E6F45A0-4B3F-4962-9889-9083E54F64AE}" destId="{193A681F-213F-42E9-9E0F-1A53DFA90CD9}" srcOrd="0" destOrd="1" presId="urn:microsoft.com/office/officeart/2005/8/layout/process1"/>
    <dgm:cxn modelId="{28205F11-9667-4807-9428-EBAE0F890C25}" type="presOf" srcId="{B0049C10-1881-4281-A8A0-CC9A1C2EFBF8}" destId="{7FBD0FE0-DACA-4EEF-89AE-FFE7000A5E4D}" srcOrd="0" destOrd="0" presId="urn:microsoft.com/office/officeart/2005/8/layout/process1"/>
    <dgm:cxn modelId="{D3BD5E2A-10F8-491C-BAE7-3145700AE52D}" type="presOf" srcId="{2F5E1394-3CF5-4270-8A07-087AE27E721D}" destId="{FA23B2ED-E1B2-4483-992E-9AD2CE261C27}" srcOrd="0" destOrd="0" presId="urn:microsoft.com/office/officeart/2005/8/layout/process1"/>
    <dgm:cxn modelId="{DB33BA41-0891-4037-B11D-9CAE07ED60D4}" srcId="{48AF235F-2952-465D-BFA0-62E28C0EB34B}" destId="{050B8FFC-252D-4B4F-B43D-8886A2D121DE}" srcOrd="3" destOrd="0" parTransId="{6372D873-F527-45D2-BE79-C8032AE08D87}" sibTransId="{E55DCD76-BBA1-4B2C-A59F-79B9A940F9AB}"/>
    <dgm:cxn modelId="{9ED72070-6FA8-4717-B449-4E771709DED9}" type="presOf" srcId="{050B8FFC-252D-4B4F-B43D-8886A2D121DE}" destId="{5D54793E-2E43-431F-8055-21B9F6D16A97}" srcOrd="0" destOrd="0" presId="urn:microsoft.com/office/officeart/2005/8/layout/process1"/>
    <dgm:cxn modelId="{691B5E70-060C-4FEF-8769-C698BB886F7F}" type="presOf" srcId="{48AF235F-2952-465D-BFA0-62E28C0EB34B}" destId="{54A90B7D-0E2B-494E-A23B-98813C7B68C7}" srcOrd="0" destOrd="0" presId="urn:microsoft.com/office/officeart/2005/8/layout/process1"/>
    <dgm:cxn modelId="{42204453-6785-4408-A16A-64BB077CD9D3}" type="presOf" srcId="{E55DCD76-BBA1-4B2C-A59F-79B9A940F9AB}" destId="{7F9A32F2-1317-4011-B36A-B834CECFAF95}" srcOrd="0" destOrd="0" presId="urn:microsoft.com/office/officeart/2005/8/layout/process1"/>
    <dgm:cxn modelId="{7DC6E573-74EF-42A5-8F93-30138DC0D187}" type="presOf" srcId="{D7B65C8E-04C6-4E7A-ACE9-88B80F549746}" destId="{E74FAA3B-D166-4480-B6CE-256389B69798}" srcOrd="1" destOrd="0" presId="urn:microsoft.com/office/officeart/2005/8/layout/process1"/>
    <dgm:cxn modelId="{D0C32457-5AFC-49D5-AFDD-54CEB52CC824}" srcId="{48AF235F-2952-465D-BFA0-62E28C0EB34B}" destId="{B0049C10-1881-4281-A8A0-CC9A1C2EFBF8}" srcOrd="4" destOrd="0" parTransId="{3354A381-39EA-44DB-806D-5F12062BA412}" sibTransId="{3F74A6AA-FFBD-4E27-9995-FE989DFD9E78}"/>
    <dgm:cxn modelId="{5C45DB77-D6EF-40D4-83BF-1AB07EE25034}" type="presOf" srcId="{6AF1A794-AB44-4E6D-B606-C1097236989C}" destId="{FA23B2ED-E1B2-4483-992E-9AD2CE261C27}" srcOrd="0" destOrd="1" presId="urn:microsoft.com/office/officeart/2005/8/layout/process1"/>
    <dgm:cxn modelId="{832D057B-5030-450B-8343-349D9A7DBEC4}" srcId="{050B8FFC-252D-4B4F-B43D-8886A2D121DE}" destId="{B9684769-EC34-4AD5-988B-F131A15786E0}" srcOrd="0" destOrd="0" parTransId="{4004119D-A66C-4D7E-96F7-6CB9683D1175}" sibTransId="{7DD42495-095A-4832-B28E-E395FF247A9D}"/>
    <dgm:cxn modelId="{ED34417C-FDF4-4F2E-B8CB-8DBA566E544B}" srcId="{48AF235F-2952-465D-BFA0-62E28C0EB34B}" destId="{70971E18-77EA-4353-BE97-6CE6FAECAB78}" srcOrd="2" destOrd="0" parTransId="{B2FEC948-E9C7-44BB-B4DE-4A6C552C2974}" sibTransId="{004D2C15-6F13-4F8B-9BCB-EC209FE57C6E}"/>
    <dgm:cxn modelId="{79AED181-AB14-402D-B376-997B82A64331}" srcId="{48AF235F-2952-465D-BFA0-62E28C0EB34B}" destId="{FD2F97E4-AF57-4E33-A381-C59B4448EFC0}" srcOrd="1" destOrd="0" parTransId="{2E5C892A-E61B-46B0-8387-0C77C4D2A063}" sibTransId="{743D66AA-EFD1-4EFF-BF29-C857221ABB54}"/>
    <dgm:cxn modelId="{AFD2E683-DC7F-4566-B4D8-FDC76A493E61}" type="presOf" srcId="{E55DCD76-BBA1-4B2C-A59F-79B9A940F9AB}" destId="{BD441798-5B78-474C-955F-44A361841F85}" srcOrd="1" destOrd="0" presId="urn:microsoft.com/office/officeart/2005/8/layout/process1"/>
    <dgm:cxn modelId="{7F40AF85-E2F8-4334-8F1D-471D283966D2}" type="presOf" srcId="{D7B65C8E-04C6-4E7A-ACE9-88B80F549746}" destId="{EC527321-424A-45FF-9843-12988FA9D73F}" srcOrd="0" destOrd="0" presId="urn:microsoft.com/office/officeart/2005/8/layout/process1"/>
    <dgm:cxn modelId="{E65E2892-4A98-4100-8068-DB6CCE0136F9}" type="presOf" srcId="{FD2F97E4-AF57-4E33-A381-C59B4448EFC0}" destId="{193A681F-213F-42E9-9E0F-1A53DFA90CD9}" srcOrd="0" destOrd="0" presId="urn:microsoft.com/office/officeart/2005/8/layout/process1"/>
    <dgm:cxn modelId="{21B34F9E-88DE-47CA-977F-AA762FC93B92}" srcId="{FD2F97E4-AF57-4E33-A381-C59B4448EFC0}" destId="{4E6F45A0-4B3F-4962-9889-9083E54F64AE}" srcOrd="0" destOrd="0" parTransId="{5C310508-CFBC-4060-96E7-0F954F169423}" sibTransId="{5859164E-A2BB-4738-AA23-DAEA3E944523}"/>
    <dgm:cxn modelId="{B40648A4-87B1-4D5D-B618-5CF9F059E817}" type="presOf" srcId="{743D66AA-EFD1-4EFF-BF29-C857221ABB54}" destId="{D382AA78-2192-4ADC-AFC5-FAD171A21D07}" srcOrd="0" destOrd="0" presId="urn:microsoft.com/office/officeart/2005/8/layout/process1"/>
    <dgm:cxn modelId="{64D1ADAF-6137-4312-A851-A86CE81DA330}" type="presOf" srcId="{B62EBA61-9DC5-4533-A68E-B557E1970C96}" destId="{7FBD0FE0-DACA-4EEF-89AE-FFE7000A5E4D}" srcOrd="0" destOrd="1" presId="urn:microsoft.com/office/officeart/2005/8/layout/process1"/>
    <dgm:cxn modelId="{F85E2CB2-7C87-46B0-860A-2BC73E41EF6B}" type="presOf" srcId="{209C475E-3DB3-45A8-9E12-9B7ACDB3197F}" destId="{71BB8FD9-94B1-4381-9ADE-496FFA415C84}" srcOrd="0" destOrd="1" presId="urn:microsoft.com/office/officeart/2005/8/layout/process1"/>
    <dgm:cxn modelId="{D2DA36B7-9168-4F90-A163-3D43DC53F11E}" srcId="{2F5E1394-3CF5-4270-8A07-087AE27E721D}" destId="{6AF1A794-AB44-4E6D-B606-C1097236989C}" srcOrd="0" destOrd="0" parTransId="{EA939C83-C604-4A35-8F40-13D66A24F7B1}" sibTransId="{6D9A931F-3BFD-43DD-AC4A-87521E056740}"/>
    <dgm:cxn modelId="{9F30A3B8-86B8-42DD-83E2-BA6C712EE56E}" srcId="{70971E18-77EA-4353-BE97-6CE6FAECAB78}" destId="{209C475E-3DB3-45A8-9E12-9B7ACDB3197F}" srcOrd="0" destOrd="0" parTransId="{8C8AA320-E0C7-48E3-87D7-DF69F5F4830F}" sibTransId="{24C57132-9C8E-42D6-99B6-FBC7BBA69393}"/>
    <dgm:cxn modelId="{9672EEBD-9961-4ACD-8AB4-15F5F45AF6F8}" type="presOf" srcId="{70971E18-77EA-4353-BE97-6CE6FAECAB78}" destId="{71BB8FD9-94B1-4381-9ADE-496FFA415C84}" srcOrd="0" destOrd="0" presId="urn:microsoft.com/office/officeart/2005/8/layout/process1"/>
    <dgm:cxn modelId="{60A512CA-E9E9-4674-867E-1E329D75B6A4}" type="presOf" srcId="{004D2C15-6F13-4F8B-9BCB-EC209FE57C6E}" destId="{EE868854-D79A-47FB-9865-39D4723AA9D2}" srcOrd="1" destOrd="0" presId="urn:microsoft.com/office/officeart/2005/8/layout/process1"/>
    <dgm:cxn modelId="{167953D2-F7F1-41CB-9073-7BAEBFCEC939}" srcId="{B0049C10-1881-4281-A8A0-CC9A1C2EFBF8}" destId="{B62EBA61-9DC5-4533-A68E-B557E1970C96}" srcOrd="0" destOrd="0" parTransId="{509B63DE-1B64-47D5-91FE-99B65CE362D9}" sibTransId="{4DA9BA51-4D27-435E-AA2A-5D427D96A6E4}"/>
    <dgm:cxn modelId="{6D4364E8-FC0C-4F59-8C89-5FEA0AA5FAE3}" type="presOf" srcId="{743D66AA-EFD1-4EFF-BF29-C857221ABB54}" destId="{C01375E8-50C6-4703-A7FD-8B0B45F7114E}" srcOrd="1" destOrd="0" presId="urn:microsoft.com/office/officeart/2005/8/layout/process1"/>
    <dgm:cxn modelId="{7EFE52E9-E289-4DF5-82D6-368D67A90440}" type="presOf" srcId="{B9684769-EC34-4AD5-988B-F131A15786E0}" destId="{5D54793E-2E43-431F-8055-21B9F6D16A97}" srcOrd="0" destOrd="1" presId="urn:microsoft.com/office/officeart/2005/8/layout/process1"/>
    <dgm:cxn modelId="{7A546BF8-834E-4BF3-B251-7A34746125AC}" type="presOf" srcId="{004D2C15-6F13-4F8B-9BCB-EC209FE57C6E}" destId="{7F3E23EB-2039-4CD4-A181-FE5CEF202FD5}" srcOrd="0" destOrd="0" presId="urn:microsoft.com/office/officeart/2005/8/layout/process1"/>
    <dgm:cxn modelId="{4CF78AFA-4346-47C7-B1CE-F9B1B1799DF8}" srcId="{48AF235F-2952-465D-BFA0-62E28C0EB34B}" destId="{2F5E1394-3CF5-4270-8A07-087AE27E721D}" srcOrd="0" destOrd="0" parTransId="{57AA9389-154D-46A8-8515-76D7324C337D}" sibTransId="{D7B65C8E-04C6-4E7A-ACE9-88B80F549746}"/>
    <dgm:cxn modelId="{6CFD28F3-44A7-4C6D-8260-9E7FD22E3283}" type="presParOf" srcId="{54A90B7D-0E2B-494E-A23B-98813C7B68C7}" destId="{FA23B2ED-E1B2-4483-992E-9AD2CE261C27}" srcOrd="0" destOrd="0" presId="urn:microsoft.com/office/officeart/2005/8/layout/process1"/>
    <dgm:cxn modelId="{40E494B3-5370-443E-8822-B80EA092B4C2}" type="presParOf" srcId="{54A90B7D-0E2B-494E-A23B-98813C7B68C7}" destId="{EC527321-424A-45FF-9843-12988FA9D73F}" srcOrd="1" destOrd="0" presId="urn:microsoft.com/office/officeart/2005/8/layout/process1"/>
    <dgm:cxn modelId="{5129297A-30B4-4025-B17D-940C6EF4AEF0}" type="presParOf" srcId="{EC527321-424A-45FF-9843-12988FA9D73F}" destId="{E74FAA3B-D166-4480-B6CE-256389B69798}" srcOrd="0" destOrd="0" presId="urn:microsoft.com/office/officeart/2005/8/layout/process1"/>
    <dgm:cxn modelId="{4C22DF57-318F-4B70-9482-770FA7619EB7}" type="presParOf" srcId="{54A90B7D-0E2B-494E-A23B-98813C7B68C7}" destId="{193A681F-213F-42E9-9E0F-1A53DFA90CD9}" srcOrd="2" destOrd="0" presId="urn:microsoft.com/office/officeart/2005/8/layout/process1"/>
    <dgm:cxn modelId="{CE47353F-4307-4857-9F54-CC598173EFF8}" type="presParOf" srcId="{54A90B7D-0E2B-494E-A23B-98813C7B68C7}" destId="{D382AA78-2192-4ADC-AFC5-FAD171A21D07}" srcOrd="3" destOrd="0" presId="urn:microsoft.com/office/officeart/2005/8/layout/process1"/>
    <dgm:cxn modelId="{AD375063-28D4-4DD2-A0FB-E69420A36D20}" type="presParOf" srcId="{D382AA78-2192-4ADC-AFC5-FAD171A21D07}" destId="{C01375E8-50C6-4703-A7FD-8B0B45F7114E}" srcOrd="0" destOrd="0" presId="urn:microsoft.com/office/officeart/2005/8/layout/process1"/>
    <dgm:cxn modelId="{0D2308E4-F8D7-4582-BE70-38FF392AEA66}" type="presParOf" srcId="{54A90B7D-0E2B-494E-A23B-98813C7B68C7}" destId="{71BB8FD9-94B1-4381-9ADE-496FFA415C84}" srcOrd="4" destOrd="0" presId="urn:microsoft.com/office/officeart/2005/8/layout/process1"/>
    <dgm:cxn modelId="{1BE8E973-9D61-4054-8628-9AA3CADBDF64}" type="presParOf" srcId="{54A90B7D-0E2B-494E-A23B-98813C7B68C7}" destId="{7F3E23EB-2039-4CD4-A181-FE5CEF202FD5}" srcOrd="5" destOrd="0" presId="urn:microsoft.com/office/officeart/2005/8/layout/process1"/>
    <dgm:cxn modelId="{37D571CD-BE20-4FDC-BF23-1A34484C4061}" type="presParOf" srcId="{7F3E23EB-2039-4CD4-A181-FE5CEF202FD5}" destId="{EE868854-D79A-47FB-9865-39D4723AA9D2}" srcOrd="0" destOrd="0" presId="urn:microsoft.com/office/officeart/2005/8/layout/process1"/>
    <dgm:cxn modelId="{9869306F-04B5-4A6A-A47D-A5A576103ADD}" type="presParOf" srcId="{54A90B7D-0E2B-494E-A23B-98813C7B68C7}" destId="{5D54793E-2E43-431F-8055-21B9F6D16A97}" srcOrd="6" destOrd="0" presId="urn:microsoft.com/office/officeart/2005/8/layout/process1"/>
    <dgm:cxn modelId="{63CC0F9C-B8CB-4CC6-94A8-EDB24E359746}" type="presParOf" srcId="{54A90B7D-0E2B-494E-A23B-98813C7B68C7}" destId="{7F9A32F2-1317-4011-B36A-B834CECFAF95}" srcOrd="7" destOrd="0" presId="urn:microsoft.com/office/officeart/2005/8/layout/process1"/>
    <dgm:cxn modelId="{0D9D83B1-6E8F-48D7-9854-C3516DBE7552}" type="presParOf" srcId="{7F9A32F2-1317-4011-B36A-B834CECFAF95}" destId="{BD441798-5B78-474C-955F-44A361841F85}" srcOrd="0" destOrd="0" presId="urn:microsoft.com/office/officeart/2005/8/layout/process1"/>
    <dgm:cxn modelId="{191D731A-DE76-4A21-9325-7B8D4E6E2E74}" type="presParOf" srcId="{54A90B7D-0E2B-494E-A23B-98813C7B68C7}" destId="{7FBD0FE0-DACA-4EEF-89AE-FFE7000A5E4D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0C6D68-B074-4A9B-8B85-5992C25489A4}" type="doc">
      <dgm:prSet loTypeId="urn:microsoft.com/office/officeart/2005/8/layout/lProcess2" loCatId="list" qsTypeId="urn:microsoft.com/office/officeart/2005/8/quickstyle/simple3#1" qsCatId="simple" csTypeId="urn:microsoft.com/office/officeart/2005/8/colors/colorful3#1" csCatId="colorful" phldr="1"/>
      <dgm:spPr/>
      <dgm:t>
        <a:bodyPr/>
        <a:lstStyle/>
        <a:p>
          <a:endParaRPr lang="en-US"/>
        </a:p>
      </dgm:t>
    </dgm:pt>
    <dgm:pt modelId="{DDA64FD5-652F-49D6-B181-9B8531D95B71}">
      <dgm:prSet phldrT="[Text]" phldr="0" custT="1"/>
      <dgm:spPr/>
      <dgm:t>
        <a:bodyPr/>
        <a:lstStyle/>
        <a:p>
          <a:pPr rtl="0"/>
          <a:r>
            <a:rPr lang="en-US" sz="2400">
              <a:solidFill>
                <a:schemeClr val="accent5"/>
              </a:solidFill>
              <a:latin typeface="Arial Nova Light"/>
            </a:rPr>
            <a:t>What the paper established</a:t>
          </a:r>
          <a:endParaRPr lang="en-US" sz="2400">
            <a:solidFill>
              <a:schemeClr val="accent5"/>
            </a:solidFill>
          </a:endParaRPr>
        </a:p>
      </dgm:t>
    </dgm:pt>
    <dgm:pt modelId="{29203D63-6188-4E39-BBEB-3AE75955F0FD}" type="parTrans" cxnId="{4454370F-7FD8-418C-BB70-0458FDDD2A26}">
      <dgm:prSet/>
      <dgm:spPr/>
      <dgm:t>
        <a:bodyPr/>
        <a:lstStyle/>
        <a:p>
          <a:endParaRPr lang="en-US"/>
        </a:p>
      </dgm:t>
    </dgm:pt>
    <dgm:pt modelId="{B5076FEF-0655-48C3-93B6-058350DAAB75}" type="sibTrans" cxnId="{4454370F-7FD8-418C-BB70-0458FDDD2A26}">
      <dgm:prSet/>
      <dgm:spPr/>
      <dgm:t>
        <a:bodyPr/>
        <a:lstStyle/>
        <a:p>
          <a:endParaRPr lang="en-US"/>
        </a:p>
      </dgm:t>
    </dgm:pt>
    <dgm:pt modelId="{4A798F24-2A40-4D3F-AEB7-BB6CD1387D57}">
      <dgm:prSet phldrT="[Text]" phldr="0"/>
      <dgm:spPr/>
      <dgm:t>
        <a:bodyPr/>
        <a:lstStyle/>
        <a:p>
          <a:pPr rtl="0"/>
          <a:r>
            <a:rPr lang="en-US" b="1">
              <a:latin typeface="Arial Nova Light"/>
            </a:rPr>
            <a:t> Its focal active-learning pipeline uses K-Means to choose initial representative samples</a:t>
          </a:r>
          <a:endParaRPr lang="en-US" b="1"/>
        </a:p>
      </dgm:t>
    </dgm:pt>
    <dgm:pt modelId="{D06EC7C5-B0F7-4E3E-AD6B-A9D11F4378FD}" type="parTrans" cxnId="{4E68E72D-A8EB-418B-859E-BE9CBA54609C}">
      <dgm:prSet/>
      <dgm:spPr/>
      <dgm:t>
        <a:bodyPr/>
        <a:lstStyle/>
        <a:p>
          <a:endParaRPr lang="en-US"/>
        </a:p>
      </dgm:t>
    </dgm:pt>
    <dgm:pt modelId="{E1160F5A-FA94-4060-AE50-31EAC3C94DA6}" type="sibTrans" cxnId="{4E68E72D-A8EB-418B-859E-BE9CBA54609C}">
      <dgm:prSet/>
      <dgm:spPr/>
      <dgm:t>
        <a:bodyPr/>
        <a:lstStyle/>
        <a:p>
          <a:endParaRPr lang="en-US"/>
        </a:p>
      </dgm:t>
    </dgm:pt>
    <dgm:pt modelId="{F5D1BA75-BE84-493C-8F87-7022D37D3B2E}">
      <dgm:prSet phldrT="[Text]" phldr="0"/>
      <dgm:spPr/>
      <dgm:t>
        <a:bodyPr/>
        <a:lstStyle/>
        <a:p>
          <a:pPr rtl="0"/>
          <a:r>
            <a:rPr lang="en-US" b="1">
              <a:latin typeface="Arial Nova Light"/>
            </a:rPr>
            <a:t>The authors identify K-Means' spherical-cluster assumption and outlier sensitivity as limitations</a:t>
          </a:r>
          <a:endParaRPr lang="en-US" b="1"/>
        </a:p>
      </dgm:t>
    </dgm:pt>
    <dgm:pt modelId="{9D892B99-9B55-47AF-8D3B-FA6FAA268B80}" type="parTrans" cxnId="{DB6E0804-0EB8-4301-952E-7D0981EE3C60}">
      <dgm:prSet/>
      <dgm:spPr/>
      <dgm:t>
        <a:bodyPr/>
        <a:lstStyle/>
        <a:p>
          <a:endParaRPr lang="en-US"/>
        </a:p>
      </dgm:t>
    </dgm:pt>
    <dgm:pt modelId="{F303CFF2-941D-4B3C-8701-7983C50B7591}" type="sibTrans" cxnId="{DB6E0804-0EB8-4301-952E-7D0981EE3C60}">
      <dgm:prSet/>
      <dgm:spPr/>
      <dgm:t>
        <a:bodyPr/>
        <a:lstStyle/>
        <a:p>
          <a:endParaRPr lang="en-US"/>
        </a:p>
      </dgm:t>
    </dgm:pt>
    <dgm:pt modelId="{F3D3540B-994E-479B-834C-3D3B5A67D409}">
      <dgm:prSet phldrT="[Text]" phldr="0"/>
      <dgm:spPr/>
      <dgm:t>
        <a:bodyPr/>
        <a:lstStyle/>
        <a:p>
          <a:pPr rtl="0"/>
          <a:r>
            <a:rPr lang="en-US" b="1">
              <a:latin typeface="Arial Nova Light"/>
            </a:rPr>
            <a:t>Their future work explicitly proposes DBSCAN and GMM as alternatives</a:t>
          </a:r>
          <a:endParaRPr lang="en-US" b="1"/>
        </a:p>
      </dgm:t>
    </dgm:pt>
    <dgm:pt modelId="{21A27C04-9BEE-4C0B-8843-A689943F96D5}" type="parTrans" cxnId="{EE514128-CE17-4182-8A9A-64F8042B16EC}">
      <dgm:prSet/>
      <dgm:spPr/>
      <dgm:t>
        <a:bodyPr/>
        <a:lstStyle/>
        <a:p>
          <a:endParaRPr lang="en-US"/>
        </a:p>
      </dgm:t>
    </dgm:pt>
    <dgm:pt modelId="{EAA6927D-29CA-4F75-B852-A20F459272B1}" type="sibTrans" cxnId="{EE514128-CE17-4182-8A9A-64F8042B16EC}">
      <dgm:prSet/>
      <dgm:spPr/>
      <dgm:t>
        <a:bodyPr/>
        <a:lstStyle/>
        <a:p>
          <a:endParaRPr lang="en-US"/>
        </a:p>
      </dgm:t>
    </dgm:pt>
    <dgm:pt modelId="{7D03A51B-A31B-4CEF-9956-2680E9C7162F}" type="pres">
      <dgm:prSet presAssocID="{F60C6D68-B074-4A9B-8B85-5992C25489A4}" presName="theList" presStyleCnt="0">
        <dgm:presLayoutVars>
          <dgm:dir/>
          <dgm:animLvl val="lvl"/>
          <dgm:resizeHandles val="exact"/>
        </dgm:presLayoutVars>
      </dgm:prSet>
      <dgm:spPr/>
    </dgm:pt>
    <dgm:pt modelId="{436A6EC3-AFA1-49D2-9CB4-68307FBA2123}" type="pres">
      <dgm:prSet presAssocID="{DDA64FD5-652F-49D6-B181-9B8531D95B71}" presName="compNode" presStyleCnt="0"/>
      <dgm:spPr/>
    </dgm:pt>
    <dgm:pt modelId="{FD57736B-4F39-4A9C-BA55-B24C713C9534}" type="pres">
      <dgm:prSet presAssocID="{DDA64FD5-652F-49D6-B181-9B8531D95B71}" presName="aNode" presStyleLbl="bgShp" presStyleIdx="0" presStyleCnt="1"/>
      <dgm:spPr/>
    </dgm:pt>
    <dgm:pt modelId="{B567AB9D-D407-4862-B493-405A50218931}" type="pres">
      <dgm:prSet presAssocID="{DDA64FD5-652F-49D6-B181-9B8531D95B71}" presName="textNode" presStyleLbl="bgShp" presStyleIdx="0" presStyleCnt="1"/>
      <dgm:spPr/>
    </dgm:pt>
    <dgm:pt modelId="{E8AA60DA-0755-46BA-BA36-4212DB717979}" type="pres">
      <dgm:prSet presAssocID="{DDA64FD5-652F-49D6-B181-9B8531D95B71}" presName="compChildNode" presStyleCnt="0"/>
      <dgm:spPr/>
    </dgm:pt>
    <dgm:pt modelId="{E9396C2B-1E01-462C-A14A-B363CD4EC594}" type="pres">
      <dgm:prSet presAssocID="{DDA64FD5-652F-49D6-B181-9B8531D95B71}" presName="theInnerList" presStyleCnt="0"/>
      <dgm:spPr/>
    </dgm:pt>
    <dgm:pt modelId="{C7903B23-95CA-4B35-8C0B-277A2227F32C}" type="pres">
      <dgm:prSet presAssocID="{4A798F24-2A40-4D3F-AEB7-BB6CD1387D57}" presName="childNode" presStyleLbl="node1" presStyleIdx="0" presStyleCnt="3">
        <dgm:presLayoutVars>
          <dgm:bulletEnabled val="1"/>
        </dgm:presLayoutVars>
      </dgm:prSet>
      <dgm:spPr/>
    </dgm:pt>
    <dgm:pt modelId="{D8E6764E-4A70-4477-9F56-CD0026DD278B}" type="pres">
      <dgm:prSet presAssocID="{4A798F24-2A40-4D3F-AEB7-BB6CD1387D57}" presName="aSpace2" presStyleCnt="0"/>
      <dgm:spPr/>
    </dgm:pt>
    <dgm:pt modelId="{3FFBBFF2-665B-48AE-960E-6171E973BB25}" type="pres">
      <dgm:prSet presAssocID="{F5D1BA75-BE84-493C-8F87-7022D37D3B2E}" presName="childNode" presStyleLbl="node1" presStyleIdx="1" presStyleCnt="3">
        <dgm:presLayoutVars>
          <dgm:bulletEnabled val="1"/>
        </dgm:presLayoutVars>
      </dgm:prSet>
      <dgm:spPr/>
    </dgm:pt>
    <dgm:pt modelId="{760FBF17-B613-4EC0-A323-53147E60D16F}" type="pres">
      <dgm:prSet presAssocID="{F5D1BA75-BE84-493C-8F87-7022D37D3B2E}" presName="aSpace2" presStyleCnt="0"/>
      <dgm:spPr/>
    </dgm:pt>
    <dgm:pt modelId="{220EAB7C-EED1-4C9F-B39C-6534C65CD3EF}" type="pres">
      <dgm:prSet presAssocID="{F3D3540B-994E-479B-834C-3D3B5A67D409}" presName="childNode" presStyleLbl="node1" presStyleIdx="2" presStyleCnt="3">
        <dgm:presLayoutVars>
          <dgm:bulletEnabled val="1"/>
        </dgm:presLayoutVars>
      </dgm:prSet>
      <dgm:spPr/>
    </dgm:pt>
  </dgm:ptLst>
  <dgm:cxnLst>
    <dgm:cxn modelId="{DB6E0804-0EB8-4301-952E-7D0981EE3C60}" srcId="{DDA64FD5-652F-49D6-B181-9B8531D95B71}" destId="{F5D1BA75-BE84-493C-8F87-7022D37D3B2E}" srcOrd="1" destOrd="0" parTransId="{9D892B99-9B55-47AF-8D3B-FA6FAA268B80}" sibTransId="{F303CFF2-941D-4B3C-8701-7983C50B7591}"/>
    <dgm:cxn modelId="{4454370F-7FD8-418C-BB70-0458FDDD2A26}" srcId="{F60C6D68-B074-4A9B-8B85-5992C25489A4}" destId="{DDA64FD5-652F-49D6-B181-9B8531D95B71}" srcOrd="0" destOrd="0" parTransId="{29203D63-6188-4E39-BBEB-3AE75955F0FD}" sibTransId="{B5076FEF-0655-48C3-93B6-058350DAAB75}"/>
    <dgm:cxn modelId="{EE514128-CE17-4182-8A9A-64F8042B16EC}" srcId="{DDA64FD5-652F-49D6-B181-9B8531D95B71}" destId="{F3D3540B-994E-479B-834C-3D3B5A67D409}" srcOrd="2" destOrd="0" parTransId="{21A27C04-9BEE-4C0B-8843-A689943F96D5}" sibTransId="{EAA6927D-29CA-4F75-B852-A20F459272B1}"/>
    <dgm:cxn modelId="{4E68E72D-A8EB-418B-859E-BE9CBA54609C}" srcId="{DDA64FD5-652F-49D6-B181-9B8531D95B71}" destId="{4A798F24-2A40-4D3F-AEB7-BB6CD1387D57}" srcOrd="0" destOrd="0" parTransId="{D06EC7C5-B0F7-4E3E-AD6B-A9D11F4378FD}" sibTransId="{E1160F5A-FA94-4060-AE50-31EAC3C94DA6}"/>
    <dgm:cxn modelId="{D36FEA2F-49BF-4163-AB45-0E13E159A699}" type="presOf" srcId="{F60C6D68-B074-4A9B-8B85-5992C25489A4}" destId="{7D03A51B-A31B-4CEF-9956-2680E9C7162F}" srcOrd="0" destOrd="0" presId="urn:microsoft.com/office/officeart/2005/8/layout/lProcess2"/>
    <dgm:cxn modelId="{A9CD1D73-196F-4C14-8561-1706A30AAB5E}" type="presOf" srcId="{F5D1BA75-BE84-493C-8F87-7022D37D3B2E}" destId="{3FFBBFF2-665B-48AE-960E-6171E973BB25}" srcOrd="0" destOrd="0" presId="urn:microsoft.com/office/officeart/2005/8/layout/lProcess2"/>
    <dgm:cxn modelId="{F345B38E-7F26-4ED2-8251-35CB6160A504}" type="presOf" srcId="{4A798F24-2A40-4D3F-AEB7-BB6CD1387D57}" destId="{C7903B23-95CA-4B35-8C0B-277A2227F32C}" srcOrd="0" destOrd="0" presId="urn:microsoft.com/office/officeart/2005/8/layout/lProcess2"/>
    <dgm:cxn modelId="{392A53B8-2EB9-4F94-90D4-DB55CFA20EB0}" type="presOf" srcId="{DDA64FD5-652F-49D6-B181-9B8531D95B71}" destId="{B567AB9D-D407-4862-B493-405A50218931}" srcOrd="1" destOrd="0" presId="urn:microsoft.com/office/officeart/2005/8/layout/lProcess2"/>
    <dgm:cxn modelId="{B53567D3-61BC-4DB3-B8CE-C2F7587CA5FC}" type="presOf" srcId="{F3D3540B-994E-479B-834C-3D3B5A67D409}" destId="{220EAB7C-EED1-4C9F-B39C-6534C65CD3EF}" srcOrd="0" destOrd="0" presId="urn:microsoft.com/office/officeart/2005/8/layout/lProcess2"/>
    <dgm:cxn modelId="{86FADBD8-297E-4D1E-989B-479DF3D41354}" type="presOf" srcId="{DDA64FD5-652F-49D6-B181-9B8531D95B71}" destId="{FD57736B-4F39-4A9C-BA55-B24C713C9534}" srcOrd="0" destOrd="0" presId="urn:microsoft.com/office/officeart/2005/8/layout/lProcess2"/>
    <dgm:cxn modelId="{B1C21536-4ACA-40BD-A6BE-9BBCC7502D66}" type="presParOf" srcId="{7D03A51B-A31B-4CEF-9956-2680E9C7162F}" destId="{436A6EC3-AFA1-49D2-9CB4-68307FBA2123}" srcOrd="0" destOrd="0" presId="urn:microsoft.com/office/officeart/2005/8/layout/lProcess2"/>
    <dgm:cxn modelId="{4D155510-D96C-4915-8E49-F0A9FED8F035}" type="presParOf" srcId="{436A6EC3-AFA1-49D2-9CB4-68307FBA2123}" destId="{FD57736B-4F39-4A9C-BA55-B24C713C9534}" srcOrd="0" destOrd="0" presId="urn:microsoft.com/office/officeart/2005/8/layout/lProcess2"/>
    <dgm:cxn modelId="{B75CBF0A-0E56-4A9E-BDDD-09D228EAE09C}" type="presParOf" srcId="{436A6EC3-AFA1-49D2-9CB4-68307FBA2123}" destId="{B567AB9D-D407-4862-B493-405A50218931}" srcOrd="1" destOrd="0" presId="urn:microsoft.com/office/officeart/2005/8/layout/lProcess2"/>
    <dgm:cxn modelId="{63B20607-C0D6-4EAA-8EC7-79B9B1DA64EC}" type="presParOf" srcId="{436A6EC3-AFA1-49D2-9CB4-68307FBA2123}" destId="{E8AA60DA-0755-46BA-BA36-4212DB717979}" srcOrd="2" destOrd="0" presId="urn:microsoft.com/office/officeart/2005/8/layout/lProcess2"/>
    <dgm:cxn modelId="{499E05DA-8C22-41AF-A310-EB3685E29656}" type="presParOf" srcId="{E8AA60DA-0755-46BA-BA36-4212DB717979}" destId="{E9396C2B-1E01-462C-A14A-B363CD4EC594}" srcOrd="0" destOrd="0" presId="urn:microsoft.com/office/officeart/2005/8/layout/lProcess2"/>
    <dgm:cxn modelId="{D91FF062-13F6-4971-8A53-53C44D9E5ED7}" type="presParOf" srcId="{E9396C2B-1E01-462C-A14A-B363CD4EC594}" destId="{C7903B23-95CA-4B35-8C0B-277A2227F32C}" srcOrd="0" destOrd="0" presId="urn:microsoft.com/office/officeart/2005/8/layout/lProcess2"/>
    <dgm:cxn modelId="{63E65D5D-7E40-4CF7-ACE5-E43E1C2E9098}" type="presParOf" srcId="{E9396C2B-1E01-462C-A14A-B363CD4EC594}" destId="{D8E6764E-4A70-4477-9F56-CD0026DD278B}" srcOrd="1" destOrd="0" presId="urn:microsoft.com/office/officeart/2005/8/layout/lProcess2"/>
    <dgm:cxn modelId="{8917922E-3855-400D-9F8F-BFB0F0B1791F}" type="presParOf" srcId="{E9396C2B-1E01-462C-A14A-B363CD4EC594}" destId="{3FFBBFF2-665B-48AE-960E-6171E973BB25}" srcOrd="2" destOrd="0" presId="urn:microsoft.com/office/officeart/2005/8/layout/lProcess2"/>
    <dgm:cxn modelId="{79C673EB-9DE7-4660-AE9F-A14EE3505BDB}" type="presParOf" srcId="{E9396C2B-1E01-462C-A14A-B363CD4EC594}" destId="{760FBF17-B613-4EC0-A323-53147E60D16F}" srcOrd="3" destOrd="0" presId="urn:microsoft.com/office/officeart/2005/8/layout/lProcess2"/>
    <dgm:cxn modelId="{51EC570A-4C9C-44FB-B0C0-ED8B779F0F4F}" type="presParOf" srcId="{E9396C2B-1E01-462C-A14A-B363CD4EC594}" destId="{220EAB7C-EED1-4C9F-B39C-6534C65CD3EF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23B2ED-E1B2-4483-992E-9AD2CE261C27}">
      <dsp:nvSpPr>
        <dsp:cNvPr id="0" name=""/>
        <dsp:cNvSpPr/>
      </dsp:nvSpPr>
      <dsp:spPr>
        <a:xfrm>
          <a:off x="5324" y="583571"/>
          <a:ext cx="1650524" cy="131526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 Nova Light"/>
            </a:rPr>
            <a:t>Training pool</a:t>
          </a:r>
          <a:endParaRPr lang="en-US" sz="1700" b="1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Arial Nova Light"/>
            </a:rPr>
            <a:t>Clean and standardize</a:t>
          </a:r>
        </a:p>
      </dsp:txBody>
      <dsp:txXfrm>
        <a:off x="43847" y="622094"/>
        <a:ext cx="1573478" cy="1238215"/>
      </dsp:txXfrm>
    </dsp:sp>
    <dsp:sp modelId="{EC527321-424A-45FF-9843-12988FA9D73F}">
      <dsp:nvSpPr>
        <dsp:cNvPr id="0" name=""/>
        <dsp:cNvSpPr/>
      </dsp:nvSpPr>
      <dsp:spPr>
        <a:xfrm>
          <a:off x="1820901" y="1036536"/>
          <a:ext cx="349911" cy="409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1820901" y="1118402"/>
        <a:ext cx="244938" cy="245598"/>
      </dsp:txXfrm>
    </dsp:sp>
    <dsp:sp modelId="{193A681F-213F-42E9-9E0F-1A53DFA90CD9}">
      <dsp:nvSpPr>
        <dsp:cNvPr id="0" name=""/>
        <dsp:cNvSpPr/>
      </dsp:nvSpPr>
      <dsp:spPr>
        <a:xfrm>
          <a:off x="2316058" y="583571"/>
          <a:ext cx="1650524" cy="1315261"/>
        </a:xfrm>
        <a:prstGeom prst="roundRect">
          <a:avLst>
            <a:gd name="adj" fmla="val 10000"/>
          </a:avLst>
        </a:prstGeom>
        <a:solidFill>
          <a:schemeClr val="accent4">
            <a:hueOff val="-532114"/>
            <a:satOff val="8925"/>
            <a:lumOff val="33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>
              <a:solidFill>
                <a:srgbClr val="FFC000"/>
              </a:solidFill>
              <a:latin typeface="Arial Nova Light"/>
            </a:rPr>
            <a:t>Clustering</a:t>
          </a:r>
          <a:endParaRPr lang="en-US" sz="1800" b="1" kern="1200">
            <a:solidFill>
              <a:srgbClr val="FFC000"/>
            </a:solidFill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>
              <a:solidFill>
                <a:srgbClr val="FFC000"/>
              </a:solidFill>
              <a:latin typeface="Arial Nova Light"/>
            </a:rPr>
            <a:t>K-means or DBSCAN (</a:t>
          </a:r>
          <a:r>
            <a:rPr lang="en-US" sz="1100" b="1" i="1" kern="1200">
              <a:solidFill>
                <a:srgbClr val="FFC000"/>
              </a:solidFill>
              <a:latin typeface="Arial Nova Light"/>
            </a:rPr>
            <a:t>Only the focal clustering method changes</a:t>
          </a:r>
          <a:r>
            <a:rPr lang="en-US" sz="1400" b="1" kern="1200">
              <a:solidFill>
                <a:srgbClr val="FFC000"/>
              </a:solidFill>
              <a:latin typeface="Arial Nova Light"/>
            </a:rPr>
            <a:t>)</a:t>
          </a:r>
        </a:p>
      </dsp:txBody>
      <dsp:txXfrm>
        <a:off x="2354581" y="622094"/>
        <a:ext cx="1573478" cy="1238215"/>
      </dsp:txXfrm>
    </dsp:sp>
    <dsp:sp modelId="{D382AA78-2192-4ADC-AFC5-FAD171A21D07}">
      <dsp:nvSpPr>
        <dsp:cNvPr id="0" name=""/>
        <dsp:cNvSpPr/>
      </dsp:nvSpPr>
      <dsp:spPr>
        <a:xfrm>
          <a:off x="4131636" y="1036536"/>
          <a:ext cx="349911" cy="409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709485"/>
            <a:satOff val="11900"/>
            <a:lumOff val="444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4131636" y="1118402"/>
        <a:ext cx="244938" cy="245598"/>
      </dsp:txXfrm>
    </dsp:sp>
    <dsp:sp modelId="{71BB8FD9-94B1-4381-9ADE-496FFA415C84}">
      <dsp:nvSpPr>
        <dsp:cNvPr id="0" name=""/>
        <dsp:cNvSpPr/>
      </dsp:nvSpPr>
      <dsp:spPr>
        <a:xfrm>
          <a:off x="4626793" y="583571"/>
          <a:ext cx="1650524" cy="1315261"/>
        </a:xfrm>
        <a:prstGeom prst="roundRect">
          <a:avLst>
            <a:gd name="adj" fmla="val 10000"/>
          </a:avLst>
        </a:prstGeom>
        <a:solidFill>
          <a:schemeClr val="accent4">
            <a:hueOff val="-1064228"/>
            <a:satOff val="17850"/>
            <a:lumOff val="666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 Nova Light"/>
            </a:rPr>
            <a:t>Representative foci</a:t>
          </a:r>
          <a:endParaRPr lang="en-US" sz="1700" b="1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Arial Nova Light"/>
            </a:rPr>
            <a:t>Select informative points</a:t>
          </a:r>
        </a:p>
      </dsp:txBody>
      <dsp:txXfrm>
        <a:off x="4665316" y="622094"/>
        <a:ext cx="1573478" cy="1238215"/>
      </dsp:txXfrm>
    </dsp:sp>
    <dsp:sp modelId="{7F3E23EB-2039-4CD4-A181-FE5CEF202FD5}">
      <dsp:nvSpPr>
        <dsp:cNvPr id="0" name=""/>
        <dsp:cNvSpPr/>
      </dsp:nvSpPr>
      <dsp:spPr>
        <a:xfrm>
          <a:off x="6442370" y="1036536"/>
          <a:ext cx="349911" cy="409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418970"/>
            <a:satOff val="23800"/>
            <a:lumOff val="888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6442370" y="1118402"/>
        <a:ext cx="244938" cy="245598"/>
      </dsp:txXfrm>
    </dsp:sp>
    <dsp:sp modelId="{5D54793E-2E43-431F-8055-21B9F6D16A97}">
      <dsp:nvSpPr>
        <dsp:cNvPr id="0" name=""/>
        <dsp:cNvSpPr/>
      </dsp:nvSpPr>
      <dsp:spPr>
        <a:xfrm>
          <a:off x="6937528" y="583571"/>
          <a:ext cx="1650524" cy="1315261"/>
        </a:xfrm>
        <a:prstGeom prst="roundRect">
          <a:avLst>
            <a:gd name="adj" fmla="val 10000"/>
          </a:avLst>
        </a:prstGeom>
        <a:solidFill>
          <a:schemeClr val="accent4">
            <a:hueOff val="-1596342"/>
            <a:satOff val="26775"/>
            <a:lumOff val="1000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 Nova Light"/>
            </a:rPr>
            <a:t>Fixed classifier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Arial Nova Light"/>
            </a:rPr>
            <a:t>Same model and settings</a:t>
          </a:r>
        </a:p>
      </dsp:txBody>
      <dsp:txXfrm>
        <a:off x="6976051" y="622094"/>
        <a:ext cx="1573478" cy="1238215"/>
      </dsp:txXfrm>
    </dsp:sp>
    <dsp:sp modelId="{7F9A32F2-1317-4011-B36A-B834CECFAF95}">
      <dsp:nvSpPr>
        <dsp:cNvPr id="0" name=""/>
        <dsp:cNvSpPr/>
      </dsp:nvSpPr>
      <dsp:spPr>
        <a:xfrm>
          <a:off x="8753105" y="1036536"/>
          <a:ext cx="349911" cy="40933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128456"/>
            <a:satOff val="35700"/>
            <a:lumOff val="1333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753105" y="1118402"/>
        <a:ext cx="244938" cy="245598"/>
      </dsp:txXfrm>
    </dsp:sp>
    <dsp:sp modelId="{7FBD0FE0-DACA-4EEF-89AE-FFE7000A5E4D}">
      <dsp:nvSpPr>
        <dsp:cNvPr id="0" name=""/>
        <dsp:cNvSpPr/>
      </dsp:nvSpPr>
      <dsp:spPr>
        <a:xfrm>
          <a:off x="9248262" y="583571"/>
          <a:ext cx="1650524" cy="1315261"/>
        </a:xfrm>
        <a:prstGeom prst="roundRect">
          <a:avLst>
            <a:gd name="adj" fmla="val 10000"/>
          </a:avLst>
        </a:prstGeom>
        <a:solidFill>
          <a:schemeClr val="accent4">
            <a:hueOff val="-2128456"/>
            <a:satOff val="35700"/>
            <a:lumOff val="1333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>
              <a:latin typeface="Arial Nova Light"/>
            </a:rPr>
            <a:t>Prediction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Arial Nova Light"/>
            </a:rPr>
            <a:t>Diabetes: 0 or 1</a:t>
          </a:r>
        </a:p>
      </dsp:txBody>
      <dsp:txXfrm>
        <a:off x="9286785" y="622094"/>
        <a:ext cx="1573478" cy="12382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57736B-4F39-4A9C-BA55-B24C713C9534}">
      <dsp:nvSpPr>
        <dsp:cNvPr id="0" name=""/>
        <dsp:cNvSpPr/>
      </dsp:nvSpPr>
      <dsp:spPr>
        <a:xfrm>
          <a:off x="0" y="0"/>
          <a:ext cx="3211893" cy="4233863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accent5"/>
              </a:solidFill>
              <a:latin typeface="Arial Nova Light"/>
            </a:rPr>
            <a:t>What the paper established</a:t>
          </a:r>
          <a:endParaRPr lang="en-US" sz="2400" kern="1200">
            <a:solidFill>
              <a:schemeClr val="accent5"/>
            </a:solidFill>
          </a:endParaRPr>
        </a:p>
      </dsp:txBody>
      <dsp:txXfrm>
        <a:off x="0" y="0"/>
        <a:ext cx="3211893" cy="1270158"/>
      </dsp:txXfrm>
    </dsp:sp>
    <dsp:sp modelId="{C7903B23-95CA-4B35-8C0B-277A2227F32C}">
      <dsp:nvSpPr>
        <dsp:cNvPr id="0" name=""/>
        <dsp:cNvSpPr/>
      </dsp:nvSpPr>
      <dsp:spPr>
        <a:xfrm>
          <a:off x="321189" y="1270520"/>
          <a:ext cx="2569514" cy="831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rial Nova Light"/>
            </a:rPr>
            <a:t> Its focal active-learning pipeline uses K-Means to choose initial representative samples</a:t>
          </a:r>
          <a:endParaRPr lang="en-US" sz="1300" b="1" kern="1200"/>
        </a:p>
      </dsp:txBody>
      <dsp:txXfrm>
        <a:off x="345551" y="1294882"/>
        <a:ext cx="2520790" cy="783060"/>
      </dsp:txXfrm>
    </dsp:sp>
    <dsp:sp modelId="{3FFBBFF2-665B-48AE-960E-6171E973BB25}">
      <dsp:nvSpPr>
        <dsp:cNvPr id="0" name=""/>
        <dsp:cNvSpPr/>
      </dsp:nvSpPr>
      <dsp:spPr>
        <a:xfrm>
          <a:off x="321189" y="2230272"/>
          <a:ext cx="2569514" cy="831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1962801"/>
                <a:satOff val="-18400"/>
                <a:lumOff val="6275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1962801"/>
                <a:satOff val="-18400"/>
                <a:lumOff val="6275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1962801"/>
                <a:satOff val="-18400"/>
                <a:lumOff val="6275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rial Nova Light"/>
            </a:rPr>
            <a:t>The authors identify K-Means' spherical-cluster assumption and outlier sensitivity as limitations</a:t>
          </a:r>
          <a:endParaRPr lang="en-US" sz="1300" b="1" kern="1200"/>
        </a:p>
      </dsp:txBody>
      <dsp:txXfrm>
        <a:off x="345551" y="2254634"/>
        <a:ext cx="2520790" cy="783060"/>
      </dsp:txXfrm>
    </dsp:sp>
    <dsp:sp modelId="{220EAB7C-EED1-4C9F-B39C-6534C65CD3EF}">
      <dsp:nvSpPr>
        <dsp:cNvPr id="0" name=""/>
        <dsp:cNvSpPr/>
      </dsp:nvSpPr>
      <dsp:spPr>
        <a:xfrm>
          <a:off x="321189" y="3190023"/>
          <a:ext cx="2569514" cy="83178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3925602"/>
                <a:satOff val="-36799"/>
                <a:lumOff val="1254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3925602"/>
                <a:satOff val="-36799"/>
                <a:lumOff val="1254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3925602"/>
                <a:satOff val="-36799"/>
                <a:lumOff val="1254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3020" tIns="24765" rIns="33020" bIns="24765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>
              <a:latin typeface="Arial Nova Light"/>
            </a:rPr>
            <a:t>Their future work explicitly proposes DBSCAN and GMM as alternatives</a:t>
          </a:r>
          <a:endParaRPr lang="en-US" sz="1300" b="1" kern="1200"/>
        </a:p>
      </dsp:txBody>
      <dsp:txXfrm>
        <a:off x="345551" y="3214385"/>
        <a:ext cx="2520790" cy="783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55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FigureOut">
              <a:rPr lang="en-US" dirty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3126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FigureOut">
              <a:rPr lang="en-US" dirty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108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55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838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61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FigureOut">
              <a:rPr lang="en-US" dirty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2069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3352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FigureOut">
              <a:rPr lang="en-US" dirty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7878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FigureOut">
              <a:rPr lang="en-US" dirty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25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FigureOut">
              <a:rPr lang="en-US" dirty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2730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FigureOut">
              <a:rPr lang="en-US" dirty="0"/>
              <a:t>9/17/2026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79078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FigureOut">
              <a:rPr lang="en-US" dirty="0"/>
              <a:t>9/17/2026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71400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FigureOut">
              <a:rPr lang="en-US" dirty="0"/>
              <a:t>9/17/2026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5666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FigureOut">
              <a:rPr lang="en-US" dirty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360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FigureOut">
              <a:rPr lang="en-US" dirty="0"/>
              <a:t>9/17/2026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3129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25390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FigureOut">
              <a:rPr lang="en-US" dirty="0"/>
              <a:t>9/17/2026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anchor="t"/>
          <a:lstStyle>
            <a:lvl1pPr>
              <a:defRPr/>
            </a:lvl1pPr>
          </a:lstStyle>
          <a:p>
            <a:endParaRPr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7669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FigureOut">
              <a:rPr lang="en-US" dirty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13721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FigureOut">
              <a:rPr lang="en-US" dirty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30404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FigureOut">
              <a:rPr lang="en-US" dirty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Quote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2976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FigureOut">
              <a:rPr lang="en-US" dirty="0"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92554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FigureOut">
              <a:rPr lang="en-US" dirty="0"/>
              <a:t>9/17/2026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5326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FigureOut">
              <a:rPr lang="en-US" dirty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36504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FigureOut">
              <a:rPr lang="en-US" dirty="0"/>
              <a:t>9/17/2026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397833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FigureOut">
              <a:rPr lang="en-US" dirty="0"/>
              <a:t>9/17/2026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6531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FigureOut">
              <a:rPr lang="en-US" dirty="0"/>
              <a:t>9/17/2026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1022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1571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2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FigureOut">
              <a:rPr lang="en-US" dirty="0"/>
              <a:pPr/>
              <a:t>9/17/2026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1575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>
            <a:extLst>
              <a:ext uri="{FF2B5EF4-FFF2-40B4-BE49-F238E27FC236}">
                <a16:creationId xmlns:a16="http://schemas.microsoft.com/office/drawing/2014/main" id="{6D4C501D-2B68-3D5E-CB69-14C761E0B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68" y="1197539"/>
            <a:ext cx="11631478" cy="1825674"/>
          </a:xfrm>
        </p:spPr>
        <p:txBody>
          <a:bodyPr/>
          <a:lstStyle/>
          <a:p>
            <a:r>
              <a:rPr lang="en-US"/>
              <a:t>DBSCAN vs. K-Means for focal sample selection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4BC1B4AA-9334-CE79-CB23-564FE3BB4A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7011" y="5331434"/>
            <a:ext cx="7235954" cy="771276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90000"/>
                  </a:schemeClr>
                </a:solidFill>
              </a:rPr>
              <a:t>Amber Ramey, Nairuti Vora, Jonus Ronquillo</a:t>
            </a:r>
          </a:p>
        </p:txBody>
      </p:sp>
      <p:sp>
        <p:nvSpPr>
          <p:cNvPr id="28" name="Date Placeholder 3">
            <a:extLst>
              <a:ext uri="{FF2B5EF4-FFF2-40B4-BE49-F238E27FC236}">
                <a16:creationId xmlns:a16="http://schemas.microsoft.com/office/drawing/2014/main" id="{A079485E-CE15-06CB-6883-2914F0584A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210114"/>
            <a:ext cx="1759288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6FBB627A-0BBA-47DC-9699-72EBF3711C6E}" type="datetime1">
              <a:rPr lang="en-US" smtClean="0"/>
              <a:pPr>
                <a:spcAft>
                  <a:spcPts val="600"/>
                </a:spcAft>
              </a:pPr>
              <a:t>9/17/2026</a:t>
            </a:fld>
            <a:endParaRPr lang="en-US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4C334BBA-C857-7E8B-03AA-6E042822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2485" y="210114"/>
            <a:ext cx="2509284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68C22BEA-A847-8F10-1017-A1CC7525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210114"/>
            <a:ext cx="605475" cy="365760"/>
          </a:xfrm>
        </p:spPr>
        <p:txBody>
          <a:bodyPr/>
          <a:lstStyle/>
          <a:p>
            <a:pPr>
              <a:spcAft>
                <a:spcPts val="600"/>
              </a:spcAft>
            </a:pPr>
            <a:fld id="{5E0677F5-4A8A-4BF1-96BE-3BAE8FBAFE2E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537575-8C24-7C16-8E29-148CAE599421}"/>
              </a:ext>
            </a:extLst>
          </p:cNvPr>
          <p:cNvSpPr txBox="1"/>
          <p:nvPr/>
        </p:nvSpPr>
        <p:spPr>
          <a:xfrm>
            <a:off x="280784" y="3058383"/>
            <a:ext cx="719892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chemeClr val="tx2">
                    <a:lumMod val="90000"/>
                  </a:schemeClr>
                </a:solidFill>
              </a:rPr>
              <a:t>A controlled comparison for diabetes prediction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6D6A1-BD5F-7D5F-2E13-F4A061C5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712" y="411940"/>
            <a:ext cx="11604046" cy="969206"/>
          </a:xfrm>
        </p:spPr>
        <p:txBody>
          <a:bodyPr/>
          <a:lstStyle/>
          <a:p>
            <a:r>
              <a:rPr lang="en-US"/>
              <a:t>Problem &amp; Motivation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9321A8E-3CAF-A769-2035-1B0C2996F9FD}"/>
              </a:ext>
            </a:extLst>
          </p:cNvPr>
          <p:cNvSpPr/>
          <p:nvPr/>
        </p:nvSpPr>
        <p:spPr>
          <a:xfrm>
            <a:off x="1159827" y="1589405"/>
            <a:ext cx="4566443" cy="44386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/>
              <a:t>The Problem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CAA3FC-3212-9783-0047-72D52F9A61AD}"/>
              </a:ext>
            </a:extLst>
          </p:cNvPr>
          <p:cNvSpPr/>
          <p:nvPr/>
        </p:nvSpPr>
        <p:spPr>
          <a:xfrm>
            <a:off x="6158546" y="1589404"/>
            <a:ext cx="4566443" cy="443864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/>
              <a:t>Our intended Research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B2A32D7-FEB3-1DA9-70C4-52370410CEA9}"/>
              </a:ext>
            </a:extLst>
          </p:cNvPr>
          <p:cNvSpPr/>
          <p:nvPr/>
        </p:nvSpPr>
        <p:spPr>
          <a:xfrm>
            <a:off x="1110773" y="2218055"/>
            <a:ext cx="4619625" cy="2214562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Wingdings"/>
              <a:buChar char="Ø"/>
            </a:pPr>
            <a:r>
              <a:rPr lang="en-US" b="1"/>
              <a:t>Diabetes</a:t>
            </a:r>
            <a:r>
              <a:rPr lang="en-US"/>
              <a:t> Prediction-Binary Classification Problem</a:t>
            </a:r>
          </a:p>
          <a:p>
            <a:pPr marL="342900" indent="-342900" algn="ctr">
              <a:buFont typeface="Wingdings"/>
              <a:buChar char="Ø"/>
            </a:pPr>
            <a:r>
              <a:rPr lang="en-US" b="1"/>
              <a:t>Datasets</a:t>
            </a:r>
            <a:r>
              <a:rPr lang="en-US"/>
              <a:t> can contain more nondiabetic than diabetic cases</a:t>
            </a:r>
          </a:p>
          <a:p>
            <a:pPr marL="342900" indent="-342900" algn="ctr">
              <a:buFont typeface="Wingdings"/>
              <a:buChar char="Ø"/>
            </a:pPr>
            <a:r>
              <a:rPr lang="en-US"/>
              <a:t>This paper used </a:t>
            </a:r>
            <a:r>
              <a:rPr lang="en-US" b="1"/>
              <a:t>Focal Active</a:t>
            </a:r>
            <a:r>
              <a:rPr lang="en-US"/>
              <a:t> learning with K means clustering for sampling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0C00D9-375F-9BA9-FBC2-7925074C3BFE}"/>
              </a:ext>
            </a:extLst>
          </p:cNvPr>
          <p:cNvSpPr/>
          <p:nvPr/>
        </p:nvSpPr>
        <p:spPr>
          <a:xfrm>
            <a:off x="6160292" y="2299334"/>
            <a:ext cx="4619625" cy="2214562"/>
          </a:xfrm>
          <a:prstGeom prst="roundRect">
            <a:avLst/>
          </a:prstGeom>
          <a:solidFill>
            <a:schemeClr val="bg1">
              <a:lumMod val="50000"/>
              <a:lumOff val="50000"/>
            </a:schemeClr>
          </a:solidFill>
          <a:ln>
            <a:solidFill>
              <a:schemeClr val="bg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Replace K-Means with DBSCAN</a:t>
            </a:r>
            <a:r>
              <a:rPr lang="en-US">
                <a:ea typeface="+mn-lt"/>
                <a:cs typeface="+mn-lt"/>
              </a:rPr>
              <a:t> within the Focal Active Learning framework. </a:t>
            </a:r>
            <a:endParaRPr lang="en-US"/>
          </a:p>
          <a:p>
            <a:pPr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Compare DBSCAN against K-Means</a:t>
            </a:r>
            <a:r>
              <a:rPr lang="en-US">
                <a:ea typeface="+mn-lt"/>
                <a:cs typeface="+mn-lt"/>
              </a:rPr>
              <a:t> for diabetes prediction. </a:t>
            </a:r>
            <a:endParaRPr lang="en-US"/>
          </a:p>
          <a:p>
            <a:pPr algn="ctr">
              <a:buFont typeface="Arial"/>
              <a:buChar char="•"/>
            </a:pPr>
            <a:r>
              <a:rPr lang="en-US" b="1">
                <a:ea typeface="+mn-lt"/>
                <a:cs typeface="+mn-lt"/>
              </a:rPr>
              <a:t>Evaluate whether DBSCAN improves prediction accuracy</a:t>
            </a:r>
            <a:r>
              <a:rPr lang="en-US">
                <a:ea typeface="+mn-lt"/>
                <a:cs typeface="+mn-lt"/>
              </a:rPr>
              <a:t>, particularly for the minority diabetic class.</a:t>
            </a:r>
            <a:endParaRPr lang="en-US"/>
          </a:p>
          <a:p>
            <a:pPr marL="342900" indent="-342900" algn="ctr">
              <a:buFont typeface="Wingdings"/>
              <a:buChar char="Ø"/>
            </a:pPr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8269BA-3048-7892-38B5-073FA56DDE4E}"/>
              </a:ext>
            </a:extLst>
          </p:cNvPr>
          <p:cNvSpPr/>
          <p:nvPr/>
        </p:nvSpPr>
        <p:spPr>
          <a:xfrm>
            <a:off x="1163638" y="5492273"/>
            <a:ext cx="9578974" cy="105965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1">
                <a:ea typeface="+mn-lt"/>
                <a:cs typeface="+mn-lt"/>
              </a:rPr>
              <a:t>How can we improve diabetes prediction when the data is imbalanced, particularly by investigating whether a different clustering method can help the model identify diabetic cases more accurately?</a:t>
            </a:r>
            <a:endParaRPr lang="en-US" b="1" i="1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3F0883D-52A1-3C07-129F-1A69C18C9E83}"/>
              </a:ext>
            </a:extLst>
          </p:cNvPr>
          <p:cNvSpPr/>
          <p:nvPr/>
        </p:nvSpPr>
        <p:spPr>
          <a:xfrm>
            <a:off x="1163320" y="4667250"/>
            <a:ext cx="9578498" cy="66674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/>
              <a:t>K-Means is the clustering method used in the existing approach, but its suitability compared with alternative clustering methods has not been established.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C6CA6FB4-DCE1-8F1B-AE6C-4C2412E2B461}"/>
              </a:ext>
            </a:extLst>
          </p:cNvPr>
          <p:cNvSpPr/>
          <p:nvPr/>
        </p:nvSpPr>
        <p:spPr>
          <a:xfrm>
            <a:off x="5834061" y="2561589"/>
            <a:ext cx="238125" cy="19526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372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78EED-3392-6878-F520-9C4CA2398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Datasets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C2CD9E0-E272-652B-5104-1642CCAF9642}"/>
              </a:ext>
            </a:extLst>
          </p:cNvPr>
          <p:cNvSpPr txBox="1"/>
          <p:nvPr/>
        </p:nvSpPr>
        <p:spPr>
          <a:xfrm>
            <a:off x="304164" y="2369344"/>
            <a:ext cx="11470957" cy="1477328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solidFill>
              <a:schemeClr val="tx2"/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/>
              <a:buChar char="Ø"/>
            </a:pPr>
            <a:r>
              <a:rPr lang="en-US" b="1">
                <a:ea typeface="+mn-lt"/>
                <a:cs typeface="+mn-lt"/>
              </a:rPr>
              <a:t>Source:</a:t>
            </a:r>
            <a:r>
              <a:rPr lang="en-US">
                <a:ea typeface="+mn-lt"/>
                <a:cs typeface="+mn-lt"/>
              </a:rPr>
              <a:t> GitHub — AbiDanalyst/Diabetes-Prediction-Analysis</a:t>
            </a:r>
            <a:endParaRPr lang="en-US"/>
          </a:p>
          <a:p>
            <a:pPr marL="285750" indent="-285750">
              <a:buFont typeface="Wingdings"/>
              <a:buChar char="Ø"/>
            </a:pPr>
            <a:r>
              <a:rPr lang="en-US" b="1">
                <a:ea typeface="+mn-lt"/>
                <a:cs typeface="+mn-lt"/>
              </a:rPr>
              <a:t>Task:</a:t>
            </a:r>
            <a:r>
              <a:rPr lang="en-US">
                <a:ea typeface="+mn-lt"/>
                <a:cs typeface="+mn-lt"/>
              </a:rPr>
              <a:t> test </a:t>
            </a:r>
            <a:r>
              <a:rPr lang="en-US" b="1">
                <a:ea typeface="+mn-lt"/>
                <a:cs typeface="+mn-lt"/>
              </a:rPr>
              <a:t>K-Means vs. DBSCAN within Focal Active Learning</a:t>
            </a:r>
            <a:endParaRPr lang="en-US"/>
          </a:p>
          <a:p>
            <a:pPr marL="285750" indent="-285750">
              <a:buFont typeface="Wingdings"/>
              <a:buChar char="Ø"/>
            </a:pPr>
            <a:r>
              <a:rPr lang="en-US" b="1">
                <a:ea typeface="+mn-lt"/>
                <a:cs typeface="+mn-lt"/>
              </a:rPr>
              <a:t>Features include:</a:t>
            </a:r>
            <a:r>
              <a:rPr lang="en-US">
                <a:ea typeface="+mn-lt"/>
                <a:cs typeface="+mn-lt"/>
              </a:rPr>
              <a:t> Age, gender, BMI, hypertension, heart disease, smoking history, HbA1c and blood glucose</a:t>
            </a:r>
            <a:endParaRPr lang="en-US"/>
          </a:p>
          <a:p>
            <a:pPr marL="285750" indent="-285750">
              <a:buFont typeface="Wingdings"/>
              <a:buChar char="Ø"/>
            </a:pPr>
            <a:r>
              <a:rPr lang="en-US" b="1">
                <a:ea typeface="+mn-lt"/>
                <a:cs typeface="+mn-lt"/>
              </a:rPr>
              <a:t>Target:</a:t>
            </a:r>
            <a:r>
              <a:rPr lang="en-US">
                <a:ea typeface="+mn-lt"/>
                <a:cs typeface="+mn-lt"/>
              </a:rPr>
              <a:t> Diabetes status (positive / negative)</a:t>
            </a:r>
            <a:endParaRPr lang="en-US"/>
          </a:p>
          <a:p>
            <a:pPr algn="l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9B6DEF2-5502-D7E7-17E4-CCE8512694DB}"/>
              </a:ext>
            </a:extLst>
          </p:cNvPr>
          <p:cNvSpPr/>
          <p:nvPr/>
        </p:nvSpPr>
        <p:spPr>
          <a:xfrm>
            <a:off x="305752" y="1916905"/>
            <a:ext cx="11471275" cy="34353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ea typeface="+mn-lt"/>
                <a:cs typeface="+mn-lt"/>
              </a:rPr>
              <a:t>Diabetes Prediction Dataset</a:t>
            </a:r>
            <a:endParaRPr lang="en-US" b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D59A4-AEC9-987A-CECF-2948E9FC1CD5}"/>
              </a:ext>
            </a:extLst>
          </p:cNvPr>
          <p:cNvSpPr txBox="1"/>
          <p:nvPr/>
        </p:nvSpPr>
        <p:spPr>
          <a:xfrm>
            <a:off x="304800" y="4079240"/>
            <a:ext cx="1147064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Evidence of Dataset Access</a:t>
            </a:r>
          </a:p>
          <a:p>
            <a:r>
              <a:rPr lang="en-US" b="1"/>
              <a:t>Diabetes_prediction.csv</a:t>
            </a:r>
          </a:p>
          <a:p>
            <a:br>
              <a:rPr lang="en-US"/>
            </a:br>
            <a:r>
              <a:rPr lang="en-US" i="1"/>
              <a:t>Dataset downloaded and available for analysis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E15D15-E7CD-BA15-660F-68BF30FB5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822" y="4084320"/>
            <a:ext cx="6145556" cy="2397760"/>
          </a:xfrm>
          <a:prstGeom prst="rect">
            <a:avLst/>
          </a:prstGeom>
        </p:spPr>
      </p:pic>
      <p:sp>
        <p:nvSpPr>
          <p:cNvPr id="4" name="Arrow: Curved Up 3">
            <a:extLst>
              <a:ext uri="{FF2B5EF4-FFF2-40B4-BE49-F238E27FC236}">
                <a16:creationId xmlns:a16="http://schemas.microsoft.com/office/drawing/2014/main" id="{3D387301-B473-2C2D-7BB2-1998C067602A}"/>
              </a:ext>
            </a:extLst>
          </p:cNvPr>
          <p:cNvSpPr/>
          <p:nvPr/>
        </p:nvSpPr>
        <p:spPr>
          <a:xfrm>
            <a:off x="3254375" y="5553869"/>
            <a:ext cx="1833562" cy="892968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6AC04-04AD-A9F3-52A8-F494ECDAD384}"/>
              </a:ext>
            </a:extLst>
          </p:cNvPr>
          <p:cNvSpPr txBox="1"/>
          <p:nvPr/>
        </p:nvSpPr>
        <p:spPr>
          <a:xfrm>
            <a:off x="812800" y="5278120"/>
            <a:ext cx="2082800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i="1" u="none" strike="noStrike" baseline="0">
                <a:solidFill>
                  <a:srgbClr val="FFFFFF"/>
                </a:solidFill>
                <a:latin typeface="Arial Nova Light"/>
                <a:ea typeface="Segoe UI"/>
                <a:cs typeface="Segoe UI"/>
              </a:rPr>
              <a:t>10,000 patient records with medical and demographic information</a:t>
            </a:r>
            <a:r>
              <a:rPr sz="1800" b="1" i="1">
                <a:solidFill>
                  <a:srgbClr val="000000"/>
                </a:solidFill>
                <a:latin typeface="Arial Nova Light"/>
                <a:ea typeface="Arial Nova Light"/>
                <a:cs typeface="Arial Nova Light"/>
              </a:rPr>
              <a:t>​</a:t>
            </a:r>
            <a:endParaRPr lang="en-US" b="1" i="1"/>
          </a:p>
          <a:p>
            <a:pPr algn="ctr"/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3982051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D9BE9-C9A4-6268-0C55-2D6DA2288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-184"/>
            <a:ext cx="11604046" cy="969206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90000"/>
                  </a:schemeClr>
                </a:solidFill>
              </a:rPr>
              <a:t>ML formulation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3B844-7025-602E-364E-4AE5C8967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160" y="1296017"/>
            <a:ext cx="11604046" cy="49859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chemeClr val="accent3"/>
                </a:solidFill>
              </a:rPr>
              <a:t>Task</a:t>
            </a:r>
          </a:p>
          <a:p>
            <a:r>
              <a:rPr lang="en-US" b="1"/>
              <a:t>Binary classification with an unsupervised sample-selection step</a:t>
            </a:r>
          </a:p>
          <a:p>
            <a:endParaRPr lang="en-US"/>
          </a:p>
          <a:p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C21BF8B-105F-CE5B-0A2A-031513C3FC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970384"/>
              </p:ext>
            </p:extLst>
          </p:nvPr>
        </p:nvGraphicFramePr>
        <p:xfrm>
          <a:off x="643944" y="1616298"/>
          <a:ext cx="10904112" cy="2482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17" name="TextBox 1716">
            <a:extLst>
              <a:ext uri="{FF2B5EF4-FFF2-40B4-BE49-F238E27FC236}">
                <a16:creationId xmlns:a16="http://schemas.microsoft.com/office/drawing/2014/main" id="{3CFA2392-41C7-FCD9-C69A-D0A9F7C7F766}"/>
              </a:ext>
            </a:extLst>
          </p:cNvPr>
          <p:cNvSpPr txBox="1"/>
          <p:nvPr/>
        </p:nvSpPr>
        <p:spPr>
          <a:xfrm>
            <a:off x="643943" y="3788535"/>
            <a:ext cx="3917323" cy="1191816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accent1"/>
                </a:solidFill>
              </a:rPr>
              <a:t>Baseline</a:t>
            </a:r>
            <a:endParaRPr lang="en-US">
              <a:solidFill>
                <a:schemeClr val="accent1"/>
              </a:solidFill>
            </a:endParaRP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K-Means provides centroids that naturally serve as focal points</a:t>
            </a:r>
          </a:p>
        </p:txBody>
      </p:sp>
      <p:sp>
        <p:nvSpPr>
          <p:cNvPr id="1718" name="TextBox 1717">
            <a:extLst>
              <a:ext uri="{FF2B5EF4-FFF2-40B4-BE49-F238E27FC236}">
                <a16:creationId xmlns:a16="http://schemas.microsoft.com/office/drawing/2014/main" id="{BD5F1EED-DD0F-0E5E-DB1A-11877A0A7DF6}"/>
              </a:ext>
            </a:extLst>
          </p:cNvPr>
          <p:cNvSpPr txBox="1"/>
          <p:nvPr/>
        </p:nvSpPr>
        <p:spPr>
          <a:xfrm>
            <a:off x="4834943" y="3788535"/>
            <a:ext cx="6718479" cy="1191816"/>
          </a:xfrm>
          <a:prstGeom prst="roundRect">
            <a:avLst/>
          </a:prstGeom>
          <a:solidFill>
            <a:schemeClr val="tx2">
              <a:lumMod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accent3">
                    <a:lumMod val="76000"/>
                  </a:schemeClr>
                </a:solidFill>
              </a:rPr>
              <a:t>Proposed Method</a:t>
            </a:r>
            <a:endParaRPr lang="en-US">
              <a:solidFill>
                <a:schemeClr val="accent3">
                  <a:lumMod val="76000"/>
                </a:schemeClr>
              </a:solidFill>
            </a:endParaRP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>
                <a:solidFill>
                  <a:schemeClr val="bg1"/>
                </a:solidFill>
              </a:rPr>
              <a:t>DBSCAN forms density-based clusters. We will use a medoid as each cluster's focus and document how noise points are handled.</a:t>
            </a:r>
          </a:p>
        </p:txBody>
      </p:sp>
      <p:sp>
        <p:nvSpPr>
          <p:cNvPr id="1719" name="TextBox 1718">
            <a:extLst>
              <a:ext uri="{FF2B5EF4-FFF2-40B4-BE49-F238E27FC236}">
                <a16:creationId xmlns:a16="http://schemas.microsoft.com/office/drawing/2014/main" id="{5511B1C8-09E5-BD7E-E373-D34F0986F28F}"/>
              </a:ext>
            </a:extLst>
          </p:cNvPr>
          <p:cNvSpPr txBox="1"/>
          <p:nvPr/>
        </p:nvSpPr>
        <p:spPr>
          <a:xfrm>
            <a:off x="627845" y="5178380"/>
            <a:ext cx="10920210" cy="1191816"/>
          </a:xfrm>
          <a:prstGeom prst="round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accent3">
                    <a:lumMod val="49000"/>
                  </a:schemeClr>
                </a:solidFill>
              </a:rPr>
              <a:t>Hypothesis</a:t>
            </a:r>
            <a:endParaRPr lang="en-US">
              <a:solidFill>
                <a:schemeClr val="accent3">
                  <a:lumMod val="49000"/>
                </a:schemeClr>
              </a:solidFill>
            </a:endParaRP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 i="1">
                <a:solidFill>
                  <a:schemeClr val="bg1"/>
                </a:solidFill>
              </a:rPr>
              <a:t>DBSCAN selected foci will improve diabetic-class recall and F1 because density-based clusters can handle noise and non-spherical structure.</a:t>
            </a:r>
          </a:p>
        </p:txBody>
      </p:sp>
    </p:spTree>
    <p:extLst>
      <p:ext uri="{BB962C8B-B14F-4D97-AF65-F5344CB8AC3E}">
        <p14:creationId xmlns:p14="http://schemas.microsoft.com/office/powerpoint/2010/main" val="184684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259F4-1D0A-EE7B-E3F9-CD6A7490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20" y="-184"/>
            <a:ext cx="11604046" cy="969206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90000"/>
                  </a:schemeClr>
                </a:solidFill>
              </a:rPr>
              <a:t>Experiment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ABD07-41A0-EFCF-D663-6F0E43306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674" y="1181375"/>
            <a:ext cx="11604046" cy="51450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solidFill>
                  <a:srgbClr val="C00000"/>
                </a:solidFill>
              </a:rPr>
              <a:t>Change ONE factor (isolate the effect of the clustering method)</a:t>
            </a:r>
          </a:p>
          <a:p>
            <a:r>
              <a:rPr lang="en-US" sz="2000" b="1"/>
              <a:t>K-Means focal selection vs. DBSCAN focal selection</a:t>
            </a:r>
          </a:p>
          <a:p>
            <a:endParaRPr lang="en-US" b="1"/>
          </a:p>
          <a:p>
            <a:pPr marL="285750" indent="-285750">
              <a:buChar char="•"/>
            </a:pPr>
            <a:r>
              <a:rPr lang="en-US" sz="1600" b="1"/>
              <a:t>Same cleaned and standardized data</a:t>
            </a:r>
          </a:p>
          <a:p>
            <a:pPr marL="285750" indent="-285750">
              <a:buChar char="•"/>
            </a:pPr>
            <a:r>
              <a:rPr lang="en-US" sz="1600" b="1"/>
              <a:t>Same classifier and hyperparameter search</a:t>
            </a:r>
          </a:p>
          <a:p>
            <a:pPr marL="285750" indent="-285750">
              <a:buChar char="•"/>
            </a:pPr>
            <a:r>
              <a:rPr lang="en-US" sz="1600" b="1"/>
              <a:t>Same label budget, stopping rule, and random seeds</a:t>
            </a:r>
          </a:p>
          <a:p>
            <a:pPr marL="285750" indent="-285750">
              <a:buChar char="•"/>
            </a:pPr>
            <a:r>
              <a:rPr lang="en-US" sz="1600" b="1"/>
              <a:t>Same test set, untouched until final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BC2F8-7FD3-9AFF-11B7-981E7279FD3D}"/>
              </a:ext>
            </a:extLst>
          </p:cNvPr>
          <p:cNvSpPr txBox="1"/>
          <p:nvPr/>
        </p:nvSpPr>
        <p:spPr>
          <a:xfrm>
            <a:off x="6091748" y="2234847"/>
            <a:ext cx="4614998" cy="1940957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accent1"/>
                </a:solidFill>
              </a:rPr>
              <a:t>Evaluation</a:t>
            </a: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 sz="1200">
                <a:solidFill>
                  <a:schemeClr val="bg1">
                    <a:lumMod val="49000"/>
                    <a:lumOff val="51000"/>
                  </a:schemeClr>
                </a:solidFill>
              </a:rPr>
              <a:t>Primary metrics</a:t>
            </a:r>
          </a:p>
          <a:p>
            <a:r>
              <a:rPr lang="en-US" b="1">
                <a:solidFill>
                  <a:schemeClr val="bg1"/>
                </a:solidFill>
              </a:rPr>
              <a:t>Recall and F1 score</a:t>
            </a:r>
          </a:p>
          <a:p>
            <a:endParaRPr lang="en-US" b="1">
              <a:solidFill>
                <a:schemeClr val="bg1"/>
              </a:solidFill>
            </a:endParaRPr>
          </a:p>
          <a:p>
            <a:r>
              <a:rPr lang="en-US" sz="1200" b="1">
                <a:solidFill>
                  <a:schemeClr val="bg1">
                    <a:lumMod val="49000"/>
                    <a:lumOff val="51000"/>
                  </a:schemeClr>
                </a:solidFill>
              </a:rPr>
              <a:t>Secondary: precision, accuracy, runtime, cluster count, and DBSCAN noise rate</a:t>
            </a:r>
            <a:r>
              <a:rPr lang="en-US" b="1">
                <a:solidFill>
                  <a:schemeClr val="bg1"/>
                </a:solidFill>
              </a:rPr>
              <a:t>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C5DD9A-2F5D-F6DE-793E-A3F35CD96171}"/>
              </a:ext>
            </a:extLst>
          </p:cNvPr>
          <p:cNvSpPr txBox="1"/>
          <p:nvPr/>
        </p:nvSpPr>
        <p:spPr>
          <a:xfrm>
            <a:off x="6095442" y="4396588"/>
            <a:ext cx="4611445" cy="1804749"/>
          </a:xfrm>
          <a:prstGeom prst="roundRect">
            <a:avLst/>
          </a:prstGeom>
          <a:solidFill>
            <a:schemeClr val="accent3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accent3">
                    <a:lumMod val="49000"/>
                  </a:schemeClr>
                </a:solidFill>
              </a:rPr>
              <a:t>Hypothesis</a:t>
            </a:r>
            <a:endParaRPr lang="en-US">
              <a:solidFill>
                <a:schemeClr val="accent3">
                  <a:lumMod val="49000"/>
                </a:schemeClr>
              </a:solidFill>
            </a:endParaRP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 i="1">
                <a:solidFill>
                  <a:schemeClr val="bg1"/>
                </a:solidFill>
              </a:rPr>
              <a:t>DBSCAN selected foci will improve diabetic-class recall and F1 because density-based clusters can handle noise and non-spherical structure.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CD40AB-D358-96BD-17A5-CD30CAD479E8}"/>
              </a:ext>
            </a:extLst>
          </p:cNvPr>
          <p:cNvSpPr txBox="1"/>
          <p:nvPr/>
        </p:nvSpPr>
        <p:spPr>
          <a:xfrm>
            <a:off x="498011" y="5001226"/>
            <a:ext cx="54216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>
                <a:solidFill>
                  <a:schemeClr val="bg1">
                    <a:lumMod val="49000"/>
                    <a:lumOff val="51000"/>
                  </a:schemeClr>
                </a:solidFill>
              </a:rPr>
              <a:t>Null hypothesis: replacing K-Means with DBSCAN produces no meaningful improvement in downstream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144258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0F8D9-B97C-D06E-ACE6-CAD40923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020" y="-462"/>
            <a:ext cx="11604046" cy="969206"/>
          </a:xfrm>
        </p:spPr>
        <p:txBody>
          <a:bodyPr/>
          <a:lstStyle/>
          <a:p>
            <a:r>
              <a:rPr lang="en-US" b="1">
                <a:solidFill>
                  <a:schemeClr val="tx2">
                    <a:lumMod val="90000"/>
                  </a:schemeClr>
                </a:solidFill>
              </a:rPr>
              <a:t>Originality and contribution</a:t>
            </a:r>
          </a:p>
        </p:txBody>
      </p:sp>
      <p:graphicFrame>
        <p:nvGraphicFramePr>
          <p:cNvPr id="24" name="Content Placeholder 23">
            <a:extLst>
              <a:ext uri="{FF2B5EF4-FFF2-40B4-BE49-F238E27FC236}">
                <a16:creationId xmlns:a16="http://schemas.microsoft.com/office/drawing/2014/main" id="{7BAF0617-39C5-0B85-B38B-C523A8FE6EB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4155456"/>
              </p:ext>
            </p:extLst>
          </p:nvPr>
        </p:nvGraphicFramePr>
        <p:xfrm>
          <a:off x="655794" y="1312706"/>
          <a:ext cx="3211893" cy="4233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376" name="TextBox 2375">
            <a:extLst>
              <a:ext uri="{FF2B5EF4-FFF2-40B4-BE49-F238E27FC236}">
                <a16:creationId xmlns:a16="http://schemas.microsoft.com/office/drawing/2014/main" id="{0A3AC8C6-6569-4932-FFB5-591CFF886FBA}"/>
              </a:ext>
            </a:extLst>
          </p:cNvPr>
          <p:cNvSpPr txBox="1"/>
          <p:nvPr/>
        </p:nvSpPr>
        <p:spPr>
          <a:xfrm>
            <a:off x="4411014" y="1314718"/>
            <a:ext cx="6697013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Gap we will fill</a:t>
            </a:r>
          </a:p>
          <a:p>
            <a:endParaRPr lang="en-US"/>
          </a:p>
          <a:p>
            <a:r>
              <a:rPr lang="en-US" b="1"/>
              <a:t>A controlled K-Means vs. DBSCAN comparison inside the same focal selection pipeline remains untested regarding the paper and its model.</a:t>
            </a:r>
          </a:p>
          <a:p>
            <a:endParaRPr lang="en-US"/>
          </a:p>
          <a:p>
            <a:r>
              <a:rPr lang="en-US" sz="1600" b="1">
                <a:solidFill>
                  <a:schemeClr val="accent5"/>
                </a:solidFill>
              </a:rPr>
              <a:t>Why the comparison is nontrivial</a:t>
            </a:r>
          </a:p>
          <a:p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400"/>
              <a:t>DBSCAN requires epsilon and minimum-samples tuning</a:t>
            </a:r>
          </a:p>
          <a:p>
            <a:pPr marL="285750" indent="-285750">
              <a:buFont typeface="Arial"/>
              <a:buChar char="•"/>
            </a:pP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/>
              <a:t>It labels noise and lacks centroids, so scaling, feature encoding, and representative-point rules affect the result.</a:t>
            </a:r>
          </a:p>
        </p:txBody>
      </p:sp>
      <p:sp>
        <p:nvSpPr>
          <p:cNvPr id="2385" name="TextBox 2384">
            <a:extLst>
              <a:ext uri="{FF2B5EF4-FFF2-40B4-BE49-F238E27FC236}">
                <a16:creationId xmlns:a16="http://schemas.microsoft.com/office/drawing/2014/main" id="{3EC6C65E-DED6-9333-DD7A-2FE7C2E1DF65}"/>
              </a:ext>
            </a:extLst>
          </p:cNvPr>
          <p:cNvSpPr txBox="1"/>
          <p:nvPr/>
        </p:nvSpPr>
        <p:spPr>
          <a:xfrm>
            <a:off x="4411013" y="4786648"/>
            <a:ext cx="6997521" cy="1191816"/>
          </a:xfrm>
          <a:prstGeom prst="roundRect">
            <a:avLst/>
          </a:prstGeom>
          <a:solidFill>
            <a:schemeClr val="bg2">
              <a:lumMod val="10000"/>
              <a:lumOff val="9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rgbClr val="C00000"/>
                </a:solidFill>
              </a:rPr>
              <a:t>Research question</a:t>
            </a:r>
          </a:p>
          <a:p>
            <a:endParaRPr lang="en-US" sz="1400" b="1">
              <a:solidFill>
                <a:srgbClr val="FF0000"/>
              </a:solidFill>
            </a:endParaRPr>
          </a:p>
          <a:p>
            <a:r>
              <a:rPr lang="en-US" b="1">
                <a:solidFill>
                  <a:schemeClr val="bg1"/>
                </a:solidFill>
              </a:rPr>
              <a:t>Does replacing K-Means with DBSCAN for focal sample selection improve recall and F1-score in diabetes prediction?</a:t>
            </a:r>
          </a:p>
        </p:txBody>
      </p:sp>
    </p:spTree>
    <p:extLst>
      <p:ext uri="{BB962C8B-B14F-4D97-AF65-F5344CB8AC3E}">
        <p14:creationId xmlns:p14="http://schemas.microsoft.com/office/powerpoint/2010/main" val="3289216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Dark gradient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Dark gradien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6C0E157E-BBF9-45FB-91B2-9EEA263F6260}" vid="{4AA688F4-4384-4824-9BC0-914EFB7BEE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Dark gradient</vt:lpstr>
      <vt:lpstr>DBSCAN vs. K-Means for focal sample selection</vt:lpstr>
      <vt:lpstr>Problem &amp; Motivation</vt:lpstr>
      <vt:lpstr>Datasets</vt:lpstr>
      <vt:lpstr>ML formulation</vt:lpstr>
      <vt:lpstr>Experiment Design</vt:lpstr>
      <vt:lpstr>Originality and contribution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2026-09-16T21:59:18Z</dcterms:created>
  <dcterms:modified xsi:type="dcterms:W3CDTF">2026-09-17T18:51:25Z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73649dc-6fee-4eb8-a128-734c3c842ea8_Enabled">
    <vt:lpwstr>true</vt:lpwstr>
  </property>
  <property fmtid="{D5CDD505-2E9C-101B-9397-08002B2CF9AE}" pid="3" name="MSIP_Label_b73649dc-6fee-4eb8-a128-734c3c842ea8_SetDate">
    <vt:lpwstr>2026-09-17T03:05:40Z</vt:lpwstr>
  </property>
  <property fmtid="{D5CDD505-2E9C-101B-9397-08002B2CF9AE}" pid="4" name="MSIP_Label_b73649dc-6fee-4eb8-a128-734c3c842ea8_Method">
    <vt:lpwstr>Standard</vt:lpwstr>
  </property>
  <property fmtid="{D5CDD505-2E9C-101B-9397-08002B2CF9AE}" pid="5" name="MSIP_Label_b73649dc-6fee-4eb8-a128-734c3c842ea8_Name">
    <vt:lpwstr>defa4170-0d19-0005-0004-bc88714345d2</vt:lpwstr>
  </property>
  <property fmtid="{D5CDD505-2E9C-101B-9397-08002B2CF9AE}" pid="6" name="MSIP_Label_b73649dc-6fee-4eb8-a128-734c3c842ea8_SiteId">
    <vt:lpwstr>857c21d2-1a16-43a4-90cf-d57f3fab9d2f</vt:lpwstr>
  </property>
  <property fmtid="{D5CDD505-2E9C-101B-9397-08002B2CF9AE}" pid="7" name="MSIP_Label_b73649dc-6fee-4eb8-a128-734c3c842ea8_ActionId">
    <vt:lpwstr>f4667829-bbc3-40be-829a-300f0e3f087f</vt:lpwstr>
  </property>
  <property fmtid="{D5CDD505-2E9C-101B-9397-08002B2CF9AE}" pid="8" name="MSIP_Label_b73649dc-6fee-4eb8-a128-734c3c842ea8_ContentBits">
    <vt:lpwstr>0</vt:lpwstr>
  </property>
  <property fmtid="{D5CDD505-2E9C-101B-9397-08002B2CF9AE}" pid="9" name="MSIP_Label_b73649dc-6fee-4eb8-a128-734c3c842ea8_Tag">
    <vt:lpwstr>10, 3, 0, 1</vt:lpwstr>
  </property>
</Properties>
</file>